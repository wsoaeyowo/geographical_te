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  <p:sldMasterId id="2147483678" r:id="rId5"/>
  </p:sldMasterIdLst>
  <p:notesMasterIdLst>
    <p:notesMasterId r:id="rId25"/>
  </p:notesMasterIdLst>
  <p:handoutMasterIdLst>
    <p:handoutMasterId r:id="rId26"/>
  </p:handoutMasterIdLst>
  <p:sldIdLst>
    <p:sldId id="423" r:id="rId6"/>
    <p:sldId id="422" r:id="rId7"/>
    <p:sldId id="424" r:id="rId8"/>
    <p:sldId id="426" r:id="rId9"/>
    <p:sldId id="440" r:id="rId10"/>
    <p:sldId id="427" r:id="rId11"/>
    <p:sldId id="448" r:id="rId12"/>
    <p:sldId id="432" r:id="rId13"/>
    <p:sldId id="482" r:id="rId14"/>
    <p:sldId id="483" r:id="rId15"/>
    <p:sldId id="486" r:id="rId16"/>
    <p:sldId id="484" r:id="rId17"/>
    <p:sldId id="449" r:id="rId18"/>
    <p:sldId id="437" r:id="rId19"/>
    <p:sldId id="450" r:id="rId20"/>
    <p:sldId id="443" r:id="rId21"/>
    <p:sldId id="444" r:id="rId22"/>
    <p:sldId id="445" r:id="rId23"/>
    <p:sldId id="446" r:id="rId24"/>
  </p:sldIdLst>
  <p:sldSz cx="12192000" cy="6858000"/>
  <p:notesSz cx="6858000" cy="9144000"/>
  <p:custDataLst>
    <p:tags r:id="rId2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59A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6331" autoAdjust="0"/>
  </p:normalViewPr>
  <p:slideViewPr>
    <p:cSldViewPr snapToGrid="0" showGuides="1">
      <p:cViewPr varScale="1">
        <p:scale>
          <a:sx n="86" d="100"/>
          <a:sy n="86" d="100"/>
        </p:scale>
        <p:origin x="96" y="596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tags" Target="tags/tag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模板来自于： 第一</a:t>
            </a:r>
            <a:r>
              <a:rPr lang="en-US" altLang="zh-CN" dirty="0"/>
              <a:t>PPT https://www.1ppt.com/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815858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 advClick="0" advTm="4000"/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Click="0" advTm="4000"/>
    </mc:Fallback>
  </mc:AlternateContent>
  <p:hf sldNum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 advClick="0" advTm="4000"/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Click="0" advTm="4000"/>
    </mc:Fallback>
  </mc:AlternateContent>
  <p:hf sldNum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 advClick="0" advTm="4000"/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Click="0" advTm="4000"/>
    </mc:Fallback>
  </mc:AlternateContent>
  <p:hf sldNum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 advClick="0" advTm="4000"/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Click="0" advTm="4000"/>
    </mc:Fallback>
  </mc:AlternateContent>
  <p:hf sldNum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 advClick="0" advTm="4000"/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Click="0" advTm="4000"/>
    </mc:Fallback>
  </mc:AlternateContent>
  <p:hf sldNum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 advClick="0" advTm="4000"/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Click="0" advTm="4000"/>
    </mc:Fallback>
  </mc:AlternateContent>
  <p:hf sldNum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 advClick="0" advTm="4000"/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Click="0" advTm="4000"/>
    </mc:Fallback>
  </mc:AlternateContent>
  <p:hf sldNum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 advClick="0" advTm="4000"/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Click="0" advTm="4000"/>
    </mc:Fallback>
  </mc:AlternateContent>
  <p:hf sldNum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 advClick="0" advTm="4000"/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Click="0" advTm="4000"/>
    </mc:Fallback>
  </mc:AlternateContent>
  <p:hf sldNum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 advClick="0" advTm="4000"/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Click="0" advTm="4000"/>
    </mc:Fallback>
  </mc:AlternateContent>
  <p:hf sldNum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878B93B6-91C1-4EF3-AC53-A00ECEBF4FBB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zh-CN" altLang="en-US" smtClean="0"/>
              <a:t>‹#›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42C266-146E-40DD-9553-3714E4FCD41E}"/>
              </a:ext>
            </a:extLst>
          </p:cNvPr>
          <p:cNvSpPr txBox="1"/>
          <p:nvPr/>
        </p:nvSpPr>
        <p:spPr>
          <a:xfrm>
            <a:off x="2965031" y="3367444"/>
            <a:ext cx="45365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8ABF0448-C2A9-4989-8E5C-58E8D06CC1AC}"/>
              </a:ext>
            </a:extLst>
          </p:cNvPr>
          <p:cNvSpPr txBox="1"/>
          <p:nvPr/>
        </p:nvSpPr>
        <p:spPr>
          <a:xfrm>
            <a:off x="7509627" y="2215277"/>
            <a:ext cx="54006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B58C0CB9-EC48-4663-A57D-52B6BB64C11A}"/>
              </a:ext>
            </a:extLst>
          </p:cNvPr>
          <p:cNvSpPr txBox="1"/>
          <p:nvPr/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44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j-lt"/>
                <a:ea typeface="+mj-ea"/>
                <a:cs typeface="+mj-cs"/>
                <a:sym typeface="Wingdings"/>
              </a:defRPr>
            </a:lvl1pPr>
            <a:lvl2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/>
              </a:defRPr>
            </a:lvl2pPr>
            <a:lvl3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/>
              </a:defRPr>
            </a:lvl3pPr>
            <a:lvl4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/>
              </a:defRPr>
            </a:lvl4pPr>
            <a:lvl5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/>
              </a:defRPr>
            </a:lvl5pPr>
            <a:lvl6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/>
              </a:defRPr>
            </a:lvl6pPr>
            <a:lvl7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/>
              </a:defRPr>
            </a:lvl7pPr>
            <a:lvl8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/>
              </a:defRPr>
            </a:lvl8pPr>
            <a:lvl9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/>
              </a:defRPr>
            </a:lvl9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8" name="文本占位符 2">
            <a:extLst>
              <a:ext uri="{FF2B5EF4-FFF2-40B4-BE49-F238E27FC236}">
                <a16:creationId xmlns:a16="http://schemas.microsoft.com/office/drawing/2014/main" id="{8B476D33-15A6-46E7-A15D-86FC866CCDFF}"/>
              </a:ext>
            </a:extLst>
          </p:cNvPr>
          <p:cNvSpPr txBox="1"/>
          <p:nvPr/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24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/>
              </a:defRPr>
            </a:lvl1pPr>
            <a:lvl2pPr marL="457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20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/>
              </a:defRPr>
            </a:lvl2pPr>
            <a:lvl3pPr marL="9144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8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/>
              </a:defRPr>
            </a:lvl3pPr>
            <a:lvl4pPr marL="13716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/>
              </a:defRPr>
            </a:lvl4pPr>
            <a:lvl5pPr marL="18288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/>
              </a:defRPr>
            </a:lvl5pPr>
            <a:lvl6pPr marL="22860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/>
              </a:defRPr>
            </a:lvl6pPr>
            <a:lvl7pPr marL="2743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/>
              </a:defRPr>
            </a:lvl7pPr>
            <a:lvl8pPr marL="32004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/>
              </a:defRPr>
            </a:lvl8pPr>
            <a:lvl9pPr marL="36576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/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内容占位符 3">
            <a:extLst>
              <a:ext uri="{FF2B5EF4-FFF2-40B4-BE49-F238E27FC236}">
                <a16:creationId xmlns:a16="http://schemas.microsoft.com/office/drawing/2014/main" id="{E7BC5362-962B-465C-9816-C98E2439075D}"/>
              </a:ext>
            </a:extLst>
          </p:cNvPr>
          <p:cNvSpPr txBox="1"/>
          <p:nvPr/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/>
              </a:defRPr>
            </a:lvl1pPr>
            <a:lvl2pPr marL="685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4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0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/>
              </a:defRPr>
            </a:lvl5pPr>
            <a:lvl6pPr marL="25146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/>
              </a:defRPr>
            </a:lvl6pPr>
            <a:lvl7pPr marL="2971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/>
              </a:defRPr>
            </a:lvl7pPr>
            <a:lvl8pPr marL="3429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/>
              </a:defRPr>
            </a:lvl8pPr>
            <a:lvl9pPr marL="3886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/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10" name="文本占位符 4">
            <a:extLst>
              <a:ext uri="{FF2B5EF4-FFF2-40B4-BE49-F238E27FC236}">
                <a16:creationId xmlns:a16="http://schemas.microsoft.com/office/drawing/2014/main" id="{1F1C820A-80DB-4F70-A2B3-B76429A539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内容占位符 5">
            <a:extLst>
              <a:ext uri="{FF2B5EF4-FFF2-40B4-BE49-F238E27FC236}">
                <a16:creationId xmlns:a16="http://schemas.microsoft.com/office/drawing/2014/main" id="{34D8441D-5ACC-42AB-B892-05E6118936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12" name="页脚占位符 7">
            <a:extLst>
              <a:ext uri="{FF2B5EF4-FFF2-40B4-BE49-F238E27FC236}">
                <a16:creationId xmlns:a16="http://schemas.microsoft.com/office/drawing/2014/main" id="{7AE7ED0D-1B32-4055-BD7E-C11E1593D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3" name="灯片编号占位符 8">
            <a:extLst>
              <a:ext uri="{FF2B5EF4-FFF2-40B4-BE49-F238E27FC236}">
                <a16:creationId xmlns:a16="http://schemas.microsoft.com/office/drawing/2014/main" id="{AE41202D-A65C-4658-8915-A0231B7C7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9B957CC-A438-4D82-B305-22914934740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 advClick="0" advTm="4000"/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Click="0" advTm="4000"/>
    </mc:Fallback>
  </mc:AlternateContent>
  <p:hf sldNum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2"/>
            <a:ext cx="10972800" cy="452596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t>2026/6/23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6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t>2026/6/23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8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79" r:id="rId11"/>
    <p:sldLayoutId id="2147483659" r:id="rId12"/>
  </p:sldLayoutIdLst>
  <mc:AlternateContent xmlns:mc="http://schemas.openxmlformats.org/markup-compatibility/2006" xmlns:p14="http://schemas.microsoft.com/office/powerpoint/2010/main">
    <mc:Choice Requires="p14">
      <p:transition spd="slow" p14:dur="5000" advClick="0" advTm="4000"/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Click="0" advTm="4000"/>
    </mc:Fallback>
  </mc:AlternateContent>
  <p:hf sldNum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76" r:id="rId2"/>
    <p:sldLayoutId id="2147483677" r:id="rId3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1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背景图案&#10;&#10;描述已自动生成"/>
          <p:cNvPicPr>
            <a:picLocks noChangeAspect="1"/>
          </p:cNvPicPr>
          <p:nvPr/>
        </p:nvPicPr>
        <p:blipFill>
          <a:blip r:embed="rId2" cstate="email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2" name="图片 11" descr="背景图案&#10;&#10;中度可信度描述已自动生成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9342"/>
            <a:ext cx="12192000" cy="6839316"/>
          </a:xfrm>
          <a:custGeom>
            <a:avLst/>
            <a:gdLst>
              <a:gd name="connsiteX0" fmla="*/ 0 w 12192000"/>
              <a:gd name="connsiteY0" fmla="*/ 0 h 6839316"/>
              <a:gd name="connsiteX1" fmla="*/ 12192000 w 12192000"/>
              <a:gd name="connsiteY1" fmla="*/ 0 h 6839316"/>
              <a:gd name="connsiteX2" fmla="*/ 12192000 w 12192000"/>
              <a:gd name="connsiteY2" fmla="*/ 6839316 h 6839316"/>
              <a:gd name="connsiteX3" fmla="*/ 0 w 12192000"/>
              <a:gd name="connsiteY3" fmla="*/ 6839316 h 6839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39316">
                <a:moveTo>
                  <a:pt x="0" y="0"/>
                </a:moveTo>
                <a:lnTo>
                  <a:pt x="12192000" y="0"/>
                </a:lnTo>
                <a:lnTo>
                  <a:pt x="12192000" y="6839316"/>
                </a:lnTo>
                <a:lnTo>
                  <a:pt x="0" y="6839316"/>
                </a:lnTo>
                <a:close/>
              </a:path>
            </a:pathLst>
          </a:custGeom>
        </p:spPr>
      </p:pic>
      <p:pic>
        <p:nvPicPr>
          <p:cNvPr id="8" name="图片 7" descr="卡通人物&#10;&#10;描述已自动生成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841823" y="3593550"/>
            <a:ext cx="4365056" cy="3273792"/>
          </a:xfrm>
          <a:prstGeom prst="rect">
            <a:avLst/>
          </a:prstGeom>
        </p:spPr>
      </p:pic>
      <p:sp>
        <p:nvSpPr>
          <p:cNvPr id="32" name="椭圆 31"/>
          <p:cNvSpPr/>
          <p:nvPr/>
        </p:nvSpPr>
        <p:spPr>
          <a:xfrm>
            <a:off x="2280414" y="-518401"/>
            <a:ext cx="7707651" cy="6963532"/>
          </a:xfrm>
          <a:prstGeom prst="ellipse">
            <a:avLst/>
          </a:prstGeom>
          <a:gradFill flip="none" rotWithShape="1">
            <a:gsLst>
              <a:gs pos="16000">
                <a:schemeClr val="bg1"/>
              </a:gs>
              <a:gs pos="38000">
                <a:schemeClr val="bg1">
                  <a:alpha val="76000"/>
                </a:schemeClr>
              </a:gs>
              <a:gs pos="72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阿里巴巴普惠体" panose="00020600040101010101" pitchFamily="18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609130" y="4880412"/>
            <a:ext cx="26491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阿里巴巴普惠体" panose="00020600040101010101" pitchFamily="18" charset="-122"/>
                <a:sym typeface="阿里巴巴普惠体" panose="00020600040101010101" pitchFamily="18" charset="-122"/>
              </a:rPr>
              <a:t>第二小组劳动教育实践汇报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4397674" y="694302"/>
            <a:ext cx="3409759" cy="4544730"/>
            <a:chOff x="4303890" y="717748"/>
            <a:chExt cx="3409759" cy="4544730"/>
          </a:xfrm>
        </p:grpSpPr>
        <p:sp>
          <p:nvSpPr>
            <p:cNvPr id="18" name="文本框 17"/>
            <p:cNvSpPr txBox="1"/>
            <p:nvPr/>
          </p:nvSpPr>
          <p:spPr>
            <a:xfrm>
              <a:off x="6002216" y="1493856"/>
              <a:ext cx="12099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77E85"/>
                  </a:solidFill>
                  <a:effectLst/>
                  <a:uLnTx/>
                  <a:uFillTx/>
                  <a:latin typeface="Mistral" panose="03090702030407020403" pitchFamily="66" charset="0"/>
                  <a:ea typeface="微软雅黑" panose="020B0503020204020204" pitchFamily="34" charset="-122"/>
                  <a:cs typeface="阿里巴巴普惠体" panose="00020600040101010101" pitchFamily="18" charset="-122"/>
                  <a:sym typeface="阿里巴巴普惠体" panose="00020600040101010101" pitchFamily="18" charset="-122"/>
                </a:rPr>
                <a:t>FUZHOU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77E85"/>
                </a:solidFill>
                <a:effectLst/>
                <a:uLnTx/>
                <a:uFillTx/>
                <a:latin typeface="Mistral" panose="03090702030407020403" pitchFamily="66" charset="0"/>
                <a:ea typeface="微软雅黑" panose="020B0503020204020204" pitchFamily="34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  <p:grpSp>
          <p:nvGrpSpPr>
            <p:cNvPr id="17" name="组合 16"/>
            <p:cNvGrpSpPr/>
            <p:nvPr/>
          </p:nvGrpSpPr>
          <p:grpSpPr>
            <a:xfrm>
              <a:off x="4303890" y="717748"/>
              <a:ext cx="3409759" cy="4544730"/>
              <a:chOff x="4418914" y="79082"/>
              <a:chExt cx="3395919" cy="3866549"/>
            </a:xfrm>
          </p:grpSpPr>
          <p:sp>
            <p:nvSpPr>
              <p:cNvPr id="13" name="文本框 12"/>
              <p:cNvSpPr txBox="1"/>
              <p:nvPr/>
            </p:nvSpPr>
            <p:spPr>
              <a:xfrm>
                <a:off x="4494174" y="79082"/>
                <a:ext cx="1992923" cy="17151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12500" dirty="0">
                    <a:ln w="0"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华文行楷" panose="02010800040101010101" pitchFamily="2" charset="-122"/>
                    <a:ea typeface="华文行楷" panose="02010800040101010101" pitchFamily="2" charset="-122"/>
                  </a:rPr>
                  <a:t>古</a:t>
                </a:r>
                <a:endParaRPr kumimoji="0" lang="zh-CN" altLang="en-US" sz="12500" b="0" i="0" u="none" strike="noStrike" kern="1200" cap="none" spc="0" normalizeH="0" baseline="0" noProof="0" dirty="0">
                  <a:ln w="0"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华文行楷" panose="02010800040101010101" pitchFamily="2" charset="-122"/>
                  <a:ea typeface="华文行楷" panose="02010800040101010101" pitchFamily="2" charset="-122"/>
                </a:endParaRPr>
              </a:p>
            </p:txBody>
          </p:sp>
          <p:sp>
            <p:nvSpPr>
              <p:cNvPr id="14" name="文本框 13"/>
              <p:cNvSpPr txBox="1"/>
              <p:nvPr/>
            </p:nvSpPr>
            <p:spPr>
              <a:xfrm>
                <a:off x="5821910" y="818705"/>
                <a:ext cx="1992923" cy="17141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500" b="0" i="0" u="none" strike="noStrike" kern="1200" cap="none" spc="0" normalizeH="0" baseline="0" noProof="0" dirty="0">
                    <a:ln w="0"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华文行楷" panose="02010800040101010101" pitchFamily="2" charset="-122"/>
                    <a:ea typeface="华文行楷" panose="02010800040101010101" pitchFamily="2" charset="-122"/>
                  </a:rPr>
                  <a:t>田</a:t>
                </a:r>
              </a:p>
            </p:txBody>
          </p:sp>
          <p:sp>
            <p:nvSpPr>
              <p:cNvPr id="15" name="文本框 14"/>
              <p:cNvSpPr txBox="1"/>
              <p:nvPr/>
            </p:nvSpPr>
            <p:spPr>
              <a:xfrm>
                <a:off x="4418914" y="1602853"/>
                <a:ext cx="1992923" cy="17141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500" b="0" i="0" u="none" strike="noStrike" kern="1200" cap="none" spc="0" normalizeH="0" baseline="0" noProof="0" dirty="0">
                    <a:ln w="0"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华文行楷" panose="02010800040101010101" pitchFamily="2" charset="-122"/>
                    <a:ea typeface="华文行楷" panose="02010800040101010101" pitchFamily="2" charset="-122"/>
                  </a:rPr>
                  <a:t>会</a:t>
                </a:r>
              </a:p>
            </p:txBody>
          </p:sp>
          <p:sp>
            <p:nvSpPr>
              <p:cNvPr id="16" name="文本框 15"/>
              <p:cNvSpPr txBox="1"/>
              <p:nvPr/>
            </p:nvSpPr>
            <p:spPr>
              <a:xfrm>
                <a:off x="5786659" y="2231440"/>
                <a:ext cx="1992923" cy="17141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500" b="0" i="0" u="none" strike="noStrike" kern="1200" cap="none" spc="0" normalizeH="0" baseline="0" noProof="0" dirty="0">
                    <a:ln w="0"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华文行楷" panose="02010800040101010101" pitchFamily="2" charset="-122"/>
                    <a:ea typeface="华文行楷" panose="02010800040101010101" pitchFamily="2" charset="-122"/>
                  </a:rPr>
                  <a:t>馆</a:t>
                </a:r>
              </a:p>
            </p:txBody>
          </p:sp>
        </p:grpSp>
        <p:pic>
          <p:nvPicPr>
            <p:cNvPr id="26" name="图片 25" descr="图片包含 黑暗, 看着, 蛋糕, 游戏机&#10;&#10;描述已自动生成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583826" y="3709799"/>
              <a:ext cx="512174" cy="512174"/>
            </a:xfrm>
            <a:prstGeom prst="rect">
              <a:avLst/>
            </a:prstGeom>
          </p:spPr>
        </p:pic>
        <p:sp>
          <p:nvSpPr>
            <p:cNvPr id="27" name="文本框 26"/>
            <p:cNvSpPr txBox="1"/>
            <p:nvPr/>
          </p:nvSpPr>
          <p:spPr>
            <a:xfrm>
              <a:off x="4398191" y="4340834"/>
              <a:ext cx="16165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77E85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阿里巴巴普惠体" panose="00020600040101010101" pitchFamily="18" charset="-122"/>
                  <a:sym typeface="阿里巴巴普惠体" panose="00020600040101010101" pitchFamily="18" charset="-122"/>
                </a:rPr>
                <a:t>见证商贸兴盛</a:t>
              </a:r>
            </a:p>
          </p:txBody>
        </p:sp>
      </p:grpSp>
      <p:pic>
        <p:nvPicPr>
          <p:cNvPr id="31" name="图片 30" descr="卡通人物&#10;&#10;中度可信度描述已自动生成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>
            <a:off x="9495692" y="6452"/>
            <a:ext cx="2719122" cy="2698621"/>
          </a:xfrm>
          <a:custGeom>
            <a:avLst/>
            <a:gdLst>
              <a:gd name="connsiteX0" fmla="*/ 7235628 w 7235628"/>
              <a:gd name="connsiteY0" fmla="*/ 0 h 2698621"/>
              <a:gd name="connsiteX1" fmla="*/ 0 w 7235628"/>
              <a:gd name="connsiteY1" fmla="*/ 0 h 2698621"/>
              <a:gd name="connsiteX2" fmla="*/ 0 w 7235628"/>
              <a:gd name="connsiteY2" fmla="*/ 2698621 h 2698621"/>
              <a:gd name="connsiteX3" fmla="*/ 7235628 w 7235628"/>
              <a:gd name="connsiteY3" fmla="*/ 2698621 h 2698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35628" h="2698621">
                <a:moveTo>
                  <a:pt x="7235628" y="0"/>
                </a:moveTo>
                <a:lnTo>
                  <a:pt x="0" y="0"/>
                </a:lnTo>
                <a:lnTo>
                  <a:pt x="0" y="2698621"/>
                </a:lnTo>
                <a:lnTo>
                  <a:pt x="7235628" y="2698621"/>
                </a:lnTo>
                <a:close/>
              </a:path>
            </a:pathLst>
          </a:cu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 advClick="0" advTm="4000"/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Click="0" advTm="4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1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背景图案&#10;&#10;描述已自动生成"/>
          <p:cNvPicPr>
            <a:picLocks noChangeAspect="1"/>
          </p:cNvPicPr>
          <p:nvPr/>
        </p:nvPicPr>
        <p:blipFill>
          <a:blip r:embed="rId2" cstate="email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34" name="图片 33" descr="背景图案&#10;&#10;中度可信度描述已自动生成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2" name="椭圆 31"/>
          <p:cNvSpPr/>
          <p:nvPr/>
        </p:nvSpPr>
        <p:spPr>
          <a:xfrm>
            <a:off x="2843118" y="-1339011"/>
            <a:ext cx="6557487" cy="5924408"/>
          </a:xfrm>
          <a:prstGeom prst="ellipse">
            <a:avLst/>
          </a:prstGeom>
          <a:gradFill flip="none" rotWithShape="1">
            <a:gsLst>
              <a:gs pos="16000">
                <a:schemeClr val="bg1"/>
              </a:gs>
              <a:gs pos="38000">
                <a:schemeClr val="bg1">
                  <a:alpha val="76000"/>
                </a:schemeClr>
              </a:gs>
              <a:gs pos="72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阿里巴巴普惠体" panose="00020600040101010101" pitchFamily="18" charset="-122"/>
            </a:endParaRPr>
          </a:p>
        </p:txBody>
      </p:sp>
      <p:grpSp>
        <p:nvGrpSpPr>
          <p:cNvPr id="84" name="组合 83"/>
          <p:cNvGrpSpPr/>
          <p:nvPr/>
        </p:nvGrpSpPr>
        <p:grpSpPr>
          <a:xfrm>
            <a:off x="4450417" y="272274"/>
            <a:ext cx="2919154" cy="2203372"/>
            <a:chOff x="4450417" y="272274"/>
            <a:chExt cx="2919154" cy="2203372"/>
          </a:xfrm>
        </p:grpSpPr>
        <p:sp>
          <p:nvSpPr>
            <p:cNvPr id="18" name="文本框 17"/>
            <p:cNvSpPr txBox="1"/>
            <p:nvPr/>
          </p:nvSpPr>
          <p:spPr>
            <a:xfrm>
              <a:off x="4450417" y="1671609"/>
              <a:ext cx="17024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kumimoji="0" lang="en-US" altLang="zh-CN" sz="1800" b="0" u="none" strike="noStrike" kern="1200" cap="none" spc="0" normalizeH="0" baseline="0" noProof="0" dirty="0">
                  <a:ln>
                    <a:noFill/>
                  </a:ln>
                  <a:solidFill>
                    <a:srgbClr val="277E85"/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阿里巴巴和七个小矮人" panose="00000500000000000000" charset="-122"/>
                  <a:sym typeface="阿里巴巴和七个小矮人" panose="00000500000000000000" charset="-122"/>
                </a:rPr>
                <a:t>CONTENTS</a:t>
              </a:r>
              <a:endParaRPr lang="zh-CN" altLang="en-US" dirty="0">
                <a:solidFill>
                  <a:srgbClr val="277E85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和七个小矮人" panose="00000500000000000000" charset="-122"/>
                <a:sym typeface="阿里巴巴和七个小矮人" panose="00000500000000000000" charset="-122"/>
              </a:endParaRPr>
            </a:p>
          </p:txBody>
        </p:sp>
        <p:grpSp>
          <p:nvGrpSpPr>
            <p:cNvPr id="17" name="组合 16"/>
            <p:cNvGrpSpPr/>
            <p:nvPr/>
          </p:nvGrpSpPr>
          <p:grpSpPr>
            <a:xfrm>
              <a:off x="4883992" y="272274"/>
              <a:ext cx="2485579" cy="1874692"/>
              <a:chOff x="4494174" y="79082"/>
              <a:chExt cx="2909684" cy="1874692"/>
            </a:xfrm>
          </p:grpSpPr>
          <p:sp>
            <p:nvSpPr>
              <p:cNvPr id="13" name="文本框 12"/>
              <p:cNvSpPr txBox="1"/>
              <p:nvPr/>
            </p:nvSpPr>
            <p:spPr>
              <a:xfrm>
                <a:off x="4494174" y="79082"/>
                <a:ext cx="1992923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8800" dirty="0">
                    <a:ln w="0"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华文行楷" panose="02010800040101010101" pitchFamily="2" charset="-122"/>
                    <a:ea typeface="华文行楷" panose="02010800040101010101" pitchFamily="2" charset="-122"/>
                  </a:rPr>
                  <a:t>目</a:t>
                </a:r>
              </a:p>
            </p:txBody>
          </p:sp>
          <p:sp>
            <p:nvSpPr>
              <p:cNvPr id="14" name="文本框 13"/>
              <p:cNvSpPr txBox="1"/>
              <p:nvPr/>
            </p:nvSpPr>
            <p:spPr>
              <a:xfrm>
                <a:off x="5410935" y="507224"/>
                <a:ext cx="1992923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8800" dirty="0">
                    <a:ln w="0"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华文行楷" panose="02010800040101010101" pitchFamily="2" charset="-122"/>
                    <a:ea typeface="华文行楷" panose="02010800040101010101" pitchFamily="2" charset="-122"/>
                  </a:rPr>
                  <a:t>录</a:t>
                </a:r>
              </a:p>
            </p:txBody>
          </p:sp>
        </p:grpSp>
        <p:pic>
          <p:nvPicPr>
            <p:cNvPr id="26" name="图片 25" descr="图片包含 黑暗, 看着, 蛋糕, 游戏机&#10;&#10;描述已自动生成"/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976981" y="1924311"/>
              <a:ext cx="551335" cy="551335"/>
            </a:xfrm>
            <a:prstGeom prst="rect">
              <a:avLst/>
            </a:prstGeom>
          </p:spPr>
        </p:pic>
      </p:grpSp>
      <p:grpSp>
        <p:nvGrpSpPr>
          <p:cNvPr id="45" name="组合 44"/>
          <p:cNvGrpSpPr/>
          <p:nvPr/>
        </p:nvGrpSpPr>
        <p:grpSpPr>
          <a:xfrm>
            <a:off x="2366676" y="2957066"/>
            <a:ext cx="1508619" cy="1435999"/>
            <a:chOff x="2640996" y="2667506"/>
            <a:chExt cx="1508619" cy="1435999"/>
          </a:xfrm>
        </p:grpSpPr>
        <p:grpSp>
          <p:nvGrpSpPr>
            <p:cNvPr id="43" name="组合 42"/>
            <p:cNvGrpSpPr/>
            <p:nvPr/>
          </p:nvGrpSpPr>
          <p:grpSpPr>
            <a:xfrm>
              <a:off x="2934894" y="2667506"/>
              <a:ext cx="920825" cy="833139"/>
              <a:chOff x="2934894" y="2667506"/>
              <a:chExt cx="920825" cy="833139"/>
            </a:xfrm>
          </p:grpSpPr>
          <p:sp>
            <p:nvSpPr>
              <p:cNvPr id="41" name="任意多边形: 形状 40"/>
              <p:cNvSpPr/>
              <p:nvPr/>
            </p:nvSpPr>
            <p:spPr>
              <a:xfrm>
                <a:off x="2934894" y="2667506"/>
                <a:ext cx="920825" cy="833139"/>
              </a:xfrm>
              <a:custGeom>
                <a:avLst/>
                <a:gdLst>
                  <a:gd name="connsiteX0" fmla="*/ 222739 w 1373232"/>
                  <a:gd name="connsiteY0" fmla="*/ 0 h 1227302"/>
                  <a:gd name="connsiteX1" fmla="*/ 1171595 w 1373232"/>
                  <a:gd name="connsiteY1" fmla="*/ 0 h 1227302"/>
                  <a:gd name="connsiteX2" fmla="*/ 1171595 w 1373232"/>
                  <a:gd name="connsiteY2" fmla="*/ 218273 h 1227302"/>
                  <a:gd name="connsiteX3" fmla="*/ 1373232 w 1373232"/>
                  <a:gd name="connsiteY3" fmla="*/ 218273 h 1227302"/>
                  <a:gd name="connsiteX4" fmla="*/ 1373232 w 1373232"/>
                  <a:gd name="connsiteY4" fmla="*/ 1009029 h 1227302"/>
                  <a:gd name="connsiteX5" fmla="*/ 1150493 w 1373232"/>
                  <a:gd name="connsiteY5" fmla="*/ 1009029 h 1227302"/>
                  <a:gd name="connsiteX6" fmla="*/ 1150493 w 1373232"/>
                  <a:gd name="connsiteY6" fmla="*/ 1227302 h 1227302"/>
                  <a:gd name="connsiteX7" fmla="*/ 201637 w 1373232"/>
                  <a:gd name="connsiteY7" fmla="*/ 1227302 h 1227302"/>
                  <a:gd name="connsiteX8" fmla="*/ 201637 w 1373232"/>
                  <a:gd name="connsiteY8" fmla="*/ 1009029 h 1227302"/>
                  <a:gd name="connsiteX9" fmla="*/ 0 w 1373232"/>
                  <a:gd name="connsiteY9" fmla="*/ 1009029 h 1227302"/>
                  <a:gd name="connsiteX10" fmla="*/ 0 w 1373232"/>
                  <a:gd name="connsiteY10" fmla="*/ 218273 h 1227302"/>
                  <a:gd name="connsiteX11" fmla="*/ 222739 w 1373232"/>
                  <a:gd name="connsiteY11" fmla="*/ 218273 h 12273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373232" h="1227302">
                    <a:moveTo>
                      <a:pt x="222739" y="0"/>
                    </a:moveTo>
                    <a:lnTo>
                      <a:pt x="1171595" y="0"/>
                    </a:lnTo>
                    <a:lnTo>
                      <a:pt x="1171595" y="218273"/>
                    </a:lnTo>
                    <a:lnTo>
                      <a:pt x="1373232" y="218273"/>
                    </a:lnTo>
                    <a:lnTo>
                      <a:pt x="1373232" y="1009029"/>
                    </a:lnTo>
                    <a:lnTo>
                      <a:pt x="1150493" y="1009029"/>
                    </a:lnTo>
                    <a:lnTo>
                      <a:pt x="1150493" y="1227302"/>
                    </a:lnTo>
                    <a:lnTo>
                      <a:pt x="201637" y="1227302"/>
                    </a:lnTo>
                    <a:lnTo>
                      <a:pt x="201637" y="1009029"/>
                    </a:lnTo>
                    <a:lnTo>
                      <a:pt x="0" y="1009029"/>
                    </a:lnTo>
                    <a:lnTo>
                      <a:pt x="0" y="218273"/>
                    </a:lnTo>
                    <a:lnTo>
                      <a:pt x="222739" y="218273"/>
                    </a:lnTo>
                    <a:close/>
                  </a:path>
                </a:pathLst>
              </a:custGeom>
              <a:solidFill>
                <a:srgbClr val="2B848B"/>
              </a:solidFill>
              <a:ln w="25400">
                <a:solidFill>
                  <a:srgbClr val="FFD19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dirty="0">
                  <a:solidFill>
                    <a:srgbClr val="91410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阿里巴巴普惠体" panose="00020600040101010101" pitchFamily="18" charset="-122"/>
                  <a:sym typeface="阿里巴巴普惠体" panose="00020600040101010101" pitchFamily="18" charset="-122"/>
                </a:endParaRPr>
              </a:p>
            </p:txBody>
          </p:sp>
          <p:sp>
            <p:nvSpPr>
              <p:cNvPr id="40" name="文本框 39"/>
              <p:cNvSpPr txBox="1"/>
              <p:nvPr/>
            </p:nvSpPr>
            <p:spPr>
              <a:xfrm>
                <a:off x="2934894" y="2669648"/>
                <a:ext cx="920825" cy="830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4800" dirty="0">
                    <a:ln w="0">
                      <a:noFill/>
                    </a:ln>
                    <a:solidFill>
                      <a:schemeClr val="bg1"/>
                    </a:solidFill>
                    <a:effectLst>
                      <a:outerShdw blurRad="50800" dist="38100" dir="2700000" algn="tl" rotWithShape="0">
                        <a:prstClr val="black">
                          <a:alpha val="8000"/>
                        </a:prstClr>
                      </a:outerShdw>
                    </a:effectLst>
                    <a:latin typeface="思源宋体 CN Heavy" panose="02020900000000000000" pitchFamily="18" charset="-122"/>
                    <a:ea typeface="思源宋体 CN Heavy" panose="02020900000000000000" pitchFamily="18" charset="-122"/>
                  </a:rPr>
                  <a:t>壹</a:t>
                </a:r>
              </a:p>
            </p:txBody>
          </p:sp>
        </p:grpSp>
        <p:sp>
          <p:nvSpPr>
            <p:cNvPr id="44" name="文本框 43"/>
            <p:cNvSpPr txBox="1"/>
            <p:nvPr/>
          </p:nvSpPr>
          <p:spPr>
            <a:xfrm>
              <a:off x="2640996" y="3641840"/>
              <a:ext cx="150861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阿里巴巴和七个小矮人" panose="00000500000000000000" charset="-122"/>
                  <a:sym typeface="阿里巴巴和七个小矮人" panose="00000500000000000000" charset="-122"/>
                </a:rPr>
                <a:t>概况介绍</a:t>
              </a:r>
            </a:p>
          </p:txBody>
        </p:sp>
      </p:grpSp>
      <p:grpSp>
        <p:nvGrpSpPr>
          <p:cNvPr id="64" name="组合 63"/>
          <p:cNvGrpSpPr/>
          <p:nvPr/>
        </p:nvGrpSpPr>
        <p:grpSpPr>
          <a:xfrm>
            <a:off x="4373523" y="2957066"/>
            <a:ext cx="1508619" cy="1435999"/>
            <a:chOff x="2640996" y="2667506"/>
            <a:chExt cx="1508619" cy="1435999"/>
          </a:xfrm>
        </p:grpSpPr>
        <p:grpSp>
          <p:nvGrpSpPr>
            <p:cNvPr id="66" name="组合 65"/>
            <p:cNvGrpSpPr/>
            <p:nvPr/>
          </p:nvGrpSpPr>
          <p:grpSpPr>
            <a:xfrm>
              <a:off x="2934894" y="2667506"/>
              <a:ext cx="920825" cy="833139"/>
              <a:chOff x="2934894" y="2667506"/>
              <a:chExt cx="920825" cy="833139"/>
            </a:xfrm>
          </p:grpSpPr>
          <p:sp>
            <p:nvSpPr>
              <p:cNvPr id="68" name="任意多边形: 形状 67"/>
              <p:cNvSpPr/>
              <p:nvPr/>
            </p:nvSpPr>
            <p:spPr>
              <a:xfrm>
                <a:off x="2934894" y="2667506"/>
                <a:ext cx="920825" cy="833139"/>
              </a:xfrm>
              <a:custGeom>
                <a:avLst/>
                <a:gdLst>
                  <a:gd name="connsiteX0" fmla="*/ 222739 w 1373232"/>
                  <a:gd name="connsiteY0" fmla="*/ 0 h 1227302"/>
                  <a:gd name="connsiteX1" fmla="*/ 1171595 w 1373232"/>
                  <a:gd name="connsiteY1" fmla="*/ 0 h 1227302"/>
                  <a:gd name="connsiteX2" fmla="*/ 1171595 w 1373232"/>
                  <a:gd name="connsiteY2" fmla="*/ 218273 h 1227302"/>
                  <a:gd name="connsiteX3" fmla="*/ 1373232 w 1373232"/>
                  <a:gd name="connsiteY3" fmla="*/ 218273 h 1227302"/>
                  <a:gd name="connsiteX4" fmla="*/ 1373232 w 1373232"/>
                  <a:gd name="connsiteY4" fmla="*/ 1009029 h 1227302"/>
                  <a:gd name="connsiteX5" fmla="*/ 1150493 w 1373232"/>
                  <a:gd name="connsiteY5" fmla="*/ 1009029 h 1227302"/>
                  <a:gd name="connsiteX6" fmla="*/ 1150493 w 1373232"/>
                  <a:gd name="connsiteY6" fmla="*/ 1227302 h 1227302"/>
                  <a:gd name="connsiteX7" fmla="*/ 201637 w 1373232"/>
                  <a:gd name="connsiteY7" fmla="*/ 1227302 h 1227302"/>
                  <a:gd name="connsiteX8" fmla="*/ 201637 w 1373232"/>
                  <a:gd name="connsiteY8" fmla="*/ 1009029 h 1227302"/>
                  <a:gd name="connsiteX9" fmla="*/ 0 w 1373232"/>
                  <a:gd name="connsiteY9" fmla="*/ 1009029 h 1227302"/>
                  <a:gd name="connsiteX10" fmla="*/ 0 w 1373232"/>
                  <a:gd name="connsiteY10" fmla="*/ 218273 h 1227302"/>
                  <a:gd name="connsiteX11" fmla="*/ 222739 w 1373232"/>
                  <a:gd name="connsiteY11" fmla="*/ 218273 h 12273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373232" h="1227302">
                    <a:moveTo>
                      <a:pt x="222739" y="0"/>
                    </a:moveTo>
                    <a:lnTo>
                      <a:pt x="1171595" y="0"/>
                    </a:lnTo>
                    <a:lnTo>
                      <a:pt x="1171595" y="218273"/>
                    </a:lnTo>
                    <a:lnTo>
                      <a:pt x="1373232" y="218273"/>
                    </a:lnTo>
                    <a:lnTo>
                      <a:pt x="1373232" y="1009029"/>
                    </a:lnTo>
                    <a:lnTo>
                      <a:pt x="1150493" y="1009029"/>
                    </a:lnTo>
                    <a:lnTo>
                      <a:pt x="1150493" y="1227302"/>
                    </a:lnTo>
                    <a:lnTo>
                      <a:pt x="201637" y="1227302"/>
                    </a:lnTo>
                    <a:lnTo>
                      <a:pt x="201637" y="1009029"/>
                    </a:lnTo>
                    <a:lnTo>
                      <a:pt x="0" y="1009029"/>
                    </a:lnTo>
                    <a:lnTo>
                      <a:pt x="0" y="218273"/>
                    </a:lnTo>
                    <a:lnTo>
                      <a:pt x="222739" y="218273"/>
                    </a:lnTo>
                    <a:close/>
                  </a:path>
                </a:pathLst>
              </a:custGeom>
              <a:solidFill>
                <a:srgbClr val="2B848B"/>
              </a:solidFill>
              <a:ln w="25400">
                <a:solidFill>
                  <a:srgbClr val="FFD19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dirty="0">
                  <a:solidFill>
                    <a:srgbClr val="91410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阿里巴巴普惠体" panose="00020600040101010101" pitchFamily="18" charset="-122"/>
                  <a:sym typeface="阿里巴巴普惠体" panose="00020600040101010101" pitchFamily="18" charset="-122"/>
                </a:endParaRPr>
              </a:p>
            </p:txBody>
          </p:sp>
          <p:sp>
            <p:nvSpPr>
              <p:cNvPr id="69" name="文本框 68"/>
              <p:cNvSpPr txBox="1"/>
              <p:nvPr/>
            </p:nvSpPr>
            <p:spPr>
              <a:xfrm>
                <a:off x="2934894" y="2669648"/>
                <a:ext cx="920825" cy="830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4800" dirty="0">
                    <a:ln w="0">
                      <a:noFill/>
                    </a:ln>
                    <a:solidFill>
                      <a:schemeClr val="bg1"/>
                    </a:solidFill>
                    <a:effectLst>
                      <a:outerShdw blurRad="50800" dist="38100" dir="2700000" algn="tl" rotWithShape="0">
                        <a:prstClr val="black">
                          <a:alpha val="8000"/>
                        </a:prstClr>
                      </a:outerShdw>
                    </a:effectLst>
                    <a:latin typeface="思源宋体 CN Heavy" panose="02020900000000000000" pitchFamily="18" charset="-122"/>
                    <a:ea typeface="思源宋体 CN Heavy" panose="02020900000000000000" pitchFamily="18" charset="-122"/>
                  </a:rPr>
                  <a:t>贰</a:t>
                </a:r>
              </a:p>
            </p:txBody>
          </p:sp>
        </p:grpSp>
        <p:sp>
          <p:nvSpPr>
            <p:cNvPr id="67" name="文本框 66"/>
            <p:cNvSpPr txBox="1"/>
            <p:nvPr/>
          </p:nvSpPr>
          <p:spPr>
            <a:xfrm>
              <a:off x="2640996" y="3641840"/>
              <a:ext cx="150861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阿里巴巴和七个小矮人" panose="00000500000000000000" charset="-122"/>
                  <a:sym typeface="阿里巴巴和七个小矮人" panose="00000500000000000000" charset="-122"/>
                </a:rPr>
                <a:t>实践探察</a:t>
              </a:r>
            </a:p>
          </p:txBody>
        </p:sp>
      </p:grpSp>
      <p:grpSp>
        <p:nvGrpSpPr>
          <p:cNvPr id="71" name="组合 70"/>
          <p:cNvGrpSpPr/>
          <p:nvPr/>
        </p:nvGrpSpPr>
        <p:grpSpPr>
          <a:xfrm>
            <a:off x="6380370" y="2957066"/>
            <a:ext cx="1508619" cy="1435999"/>
            <a:chOff x="2640996" y="2667506"/>
            <a:chExt cx="1508619" cy="1435999"/>
          </a:xfrm>
        </p:grpSpPr>
        <p:grpSp>
          <p:nvGrpSpPr>
            <p:cNvPr id="73" name="组合 72"/>
            <p:cNvGrpSpPr/>
            <p:nvPr/>
          </p:nvGrpSpPr>
          <p:grpSpPr>
            <a:xfrm>
              <a:off x="2934894" y="2667506"/>
              <a:ext cx="920825" cy="833139"/>
              <a:chOff x="2934894" y="2667506"/>
              <a:chExt cx="920825" cy="833139"/>
            </a:xfrm>
          </p:grpSpPr>
          <p:sp>
            <p:nvSpPr>
              <p:cNvPr id="75" name="任意多边形: 形状 74"/>
              <p:cNvSpPr/>
              <p:nvPr/>
            </p:nvSpPr>
            <p:spPr>
              <a:xfrm>
                <a:off x="2934894" y="2667506"/>
                <a:ext cx="920825" cy="833139"/>
              </a:xfrm>
              <a:custGeom>
                <a:avLst/>
                <a:gdLst>
                  <a:gd name="connsiteX0" fmla="*/ 222739 w 1373232"/>
                  <a:gd name="connsiteY0" fmla="*/ 0 h 1227302"/>
                  <a:gd name="connsiteX1" fmla="*/ 1171595 w 1373232"/>
                  <a:gd name="connsiteY1" fmla="*/ 0 h 1227302"/>
                  <a:gd name="connsiteX2" fmla="*/ 1171595 w 1373232"/>
                  <a:gd name="connsiteY2" fmla="*/ 218273 h 1227302"/>
                  <a:gd name="connsiteX3" fmla="*/ 1373232 w 1373232"/>
                  <a:gd name="connsiteY3" fmla="*/ 218273 h 1227302"/>
                  <a:gd name="connsiteX4" fmla="*/ 1373232 w 1373232"/>
                  <a:gd name="connsiteY4" fmla="*/ 1009029 h 1227302"/>
                  <a:gd name="connsiteX5" fmla="*/ 1150493 w 1373232"/>
                  <a:gd name="connsiteY5" fmla="*/ 1009029 h 1227302"/>
                  <a:gd name="connsiteX6" fmla="*/ 1150493 w 1373232"/>
                  <a:gd name="connsiteY6" fmla="*/ 1227302 h 1227302"/>
                  <a:gd name="connsiteX7" fmla="*/ 201637 w 1373232"/>
                  <a:gd name="connsiteY7" fmla="*/ 1227302 h 1227302"/>
                  <a:gd name="connsiteX8" fmla="*/ 201637 w 1373232"/>
                  <a:gd name="connsiteY8" fmla="*/ 1009029 h 1227302"/>
                  <a:gd name="connsiteX9" fmla="*/ 0 w 1373232"/>
                  <a:gd name="connsiteY9" fmla="*/ 1009029 h 1227302"/>
                  <a:gd name="connsiteX10" fmla="*/ 0 w 1373232"/>
                  <a:gd name="connsiteY10" fmla="*/ 218273 h 1227302"/>
                  <a:gd name="connsiteX11" fmla="*/ 222739 w 1373232"/>
                  <a:gd name="connsiteY11" fmla="*/ 218273 h 12273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373232" h="1227302">
                    <a:moveTo>
                      <a:pt x="222739" y="0"/>
                    </a:moveTo>
                    <a:lnTo>
                      <a:pt x="1171595" y="0"/>
                    </a:lnTo>
                    <a:lnTo>
                      <a:pt x="1171595" y="218273"/>
                    </a:lnTo>
                    <a:lnTo>
                      <a:pt x="1373232" y="218273"/>
                    </a:lnTo>
                    <a:lnTo>
                      <a:pt x="1373232" y="1009029"/>
                    </a:lnTo>
                    <a:lnTo>
                      <a:pt x="1150493" y="1009029"/>
                    </a:lnTo>
                    <a:lnTo>
                      <a:pt x="1150493" y="1227302"/>
                    </a:lnTo>
                    <a:lnTo>
                      <a:pt x="201637" y="1227302"/>
                    </a:lnTo>
                    <a:lnTo>
                      <a:pt x="201637" y="1009029"/>
                    </a:lnTo>
                    <a:lnTo>
                      <a:pt x="0" y="1009029"/>
                    </a:lnTo>
                    <a:lnTo>
                      <a:pt x="0" y="218273"/>
                    </a:lnTo>
                    <a:lnTo>
                      <a:pt x="222739" y="218273"/>
                    </a:lnTo>
                    <a:close/>
                  </a:path>
                </a:pathLst>
              </a:custGeom>
              <a:solidFill>
                <a:srgbClr val="2B848B"/>
              </a:solidFill>
              <a:ln w="25400">
                <a:solidFill>
                  <a:srgbClr val="FFD19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dirty="0">
                  <a:solidFill>
                    <a:srgbClr val="91410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阿里巴巴普惠体" panose="00020600040101010101" pitchFamily="18" charset="-122"/>
                  <a:sym typeface="阿里巴巴普惠体" panose="00020600040101010101" pitchFamily="18" charset="-122"/>
                </a:endParaRPr>
              </a:p>
            </p:txBody>
          </p:sp>
          <p:sp>
            <p:nvSpPr>
              <p:cNvPr id="76" name="文本框 75"/>
              <p:cNvSpPr txBox="1"/>
              <p:nvPr/>
            </p:nvSpPr>
            <p:spPr>
              <a:xfrm>
                <a:off x="2934894" y="2669648"/>
                <a:ext cx="920825" cy="830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4800" dirty="0">
                    <a:ln w="0">
                      <a:noFill/>
                    </a:ln>
                    <a:solidFill>
                      <a:schemeClr val="bg1"/>
                    </a:solidFill>
                    <a:effectLst>
                      <a:outerShdw blurRad="50800" dist="38100" dir="2700000" algn="tl" rotWithShape="0">
                        <a:prstClr val="black">
                          <a:alpha val="8000"/>
                        </a:prstClr>
                      </a:outerShdw>
                    </a:effectLst>
                    <a:latin typeface="思源宋体 CN Heavy" panose="02020900000000000000" pitchFamily="18" charset="-122"/>
                    <a:ea typeface="思源宋体 CN Heavy" panose="02020900000000000000" pitchFamily="18" charset="-122"/>
                  </a:rPr>
                  <a:t>叁</a:t>
                </a:r>
              </a:p>
            </p:txBody>
          </p:sp>
        </p:grpSp>
        <p:sp>
          <p:nvSpPr>
            <p:cNvPr id="74" name="文本框 73"/>
            <p:cNvSpPr txBox="1"/>
            <p:nvPr/>
          </p:nvSpPr>
          <p:spPr>
            <a:xfrm>
              <a:off x="2640996" y="3641840"/>
              <a:ext cx="150861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阿里巴巴和七个小矮人" panose="00000500000000000000" charset="-122"/>
                  <a:sym typeface="阿里巴巴和七个小矮人" panose="00000500000000000000" charset="-122"/>
                </a:rPr>
                <a:t>视频经验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和七个小矮人" panose="00000500000000000000" charset="-122"/>
                <a:sym typeface="阿里巴巴和七个小矮人" panose="00000500000000000000" charset="-122"/>
              </a:endParaRPr>
            </a:p>
          </p:txBody>
        </p:sp>
      </p:grpSp>
      <p:grpSp>
        <p:nvGrpSpPr>
          <p:cNvPr id="78" name="组合 77"/>
          <p:cNvGrpSpPr/>
          <p:nvPr/>
        </p:nvGrpSpPr>
        <p:grpSpPr>
          <a:xfrm>
            <a:off x="8387216" y="2957066"/>
            <a:ext cx="1508619" cy="1435999"/>
            <a:chOff x="2640996" y="2667506"/>
            <a:chExt cx="1508619" cy="1435999"/>
          </a:xfrm>
        </p:grpSpPr>
        <p:grpSp>
          <p:nvGrpSpPr>
            <p:cNvPr id="80" name="组合 79"/>
            <p:cNvGrpSpPr/>
            <p:nvPr/>
          </p:nvGrpSpPr>
          <p:grpSpPr>
            <a:xfrm>
              <a:off x="2934894" y="2667506"/>
              <a:ext cx="920825" cy="833139"/>
              <a:chOff x="2934894" y="2667506"/>
              <a:chExt cx="920825" cy="833139"/>
            </a:xfrm>
          </p:grpSpPr>
          <p:sp>
            <p:nvSpPr>
              <p:cNvPr id="82" name="任意多边形: 形状 81"/>
              <p:cNvSpPr/>
              <p:nvPr/>
            </p:nvSpPr>
            <p:spPr>
              <a:xfrm>
                <a:off x="2934894" y="2667506"/>
                <a:ext cx="920825" cy="833139"/>
              </a:xfrm>
              <a:custGeom>
                <a:avLst/>
                <a:gdLst>
                  <a:gd name="connsiteX0" fmla="*/ 222739 w 1373232"/>
                  <a:gd name="connsiteY0" fmla="*/ 0 h 1227302"/>
                  <a:gd name="connsiteX1" fmla="*/ 1171595 w 1373232"/>
                  <a:gd name="connsiteY1" fmla="*/ 0 h 1227302"/>
                  <a:gd name="connsiteX2" fmla="*/ 1171595 w 1373232"/>
                  <a:gd name="connsiteY2" fmla="*/ 218273 h 1227302"/>
                  <a:gd name="connsiteX3" fmla="*/ 1373232 w 1373232"/>
                  <a:gd name="connsiteY3" fmla="*/ 218273 h 1227302"/>
                  <a:gd name="connsiteX4" fmla="*/ 1373232 w 1373232"/>
                  <a:gd name="connsiteY4" fmla="*/ 1009029 h 1227302"/>
                  <a:gd name="connsiteX5" fmla="*/ 1150493 w 1373232"/>
                  <a:gd name="connsiteY5" fmla="*/ 1009029 h 1227302"/>
                  <a:gd name="connsiteX6" fmla="*/ 1150493 w 1373232"/>
                  <a:gd name="connsiteY6" fmla="*/ 1227302 h 1227302"/>
                  <a:gd name="connsiteX7" fmla="*/ 201637 w 1373232"/>
                  <a:gd name="connsiteY7" fmla="*/ 1227302 h 1227302"/>
                  <a:gd name="connsiteX8" fmla="*/ 201637 w 1373232"/>
                  <a:gd name="connsiteY8" fmla="*/ 1009029 h 1227302"/>
                  <a:gd name="connsiteX9" fmla="*/ 0 w 1373232"/>
                  <a:gd name="connsiteY9" fmla="*/ 1009029 h 1227302"/>
                  <a:gd name="connsiteX10" fmla="*/ 0 w 1373232"/>
                  <a:gd name="connsiteY10" fmla="*/ 218273 h 1227302"/>
                  <a:gd name="connsiteX11" fmla="*/ 222739 w 1373232"/>
                  <a:gd name="connsiteY11" fmla="*/ 218273 h 12273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373232" h="1227302">
                    <a:moveTo>
                      <a:pt x="222739" y="0"/>
                    </a:moveTo>
                    <a:lnTo>
                      <a:pt x="1171595" y="0"/>
                    </a:lnTo>
                    <a:lnTo>
                      <a:pt x="1171595" y="218273"/>
                    </a:lnTo>
                    <a:lnTo>
                      <a:pt x="1373232" y="218273"/>
                    </a:lnTo>
                    <a:lnTo>
                      <a:pt x="1373232" y="1009029"/>
                    </a:lnTo>
                    <a:lnTo>
                      <a:pt x="1150493" y="1009029"/>
                    </a:lnTo>
                    <a:lnTo>
                      <a:pt x="1150493" y="1227302"/>
                    </a:lnTo>
                    <a:lnTo>
                      <a:pt x="201637" y="1227302"/>
                    </a:lnTo>
                    <a:lnTo>
                      <a:pt x="201637" y="1009029"/>
                    </a:lnTo>
                    <a:lnTo>
                      <a:pt x="0" y="1009029"/>
                    </a:lnTo>
                    <a:lnTo>
                      <a:pt x="0" y="218273"/>
                    </a:lnTo>
                    <a:lnTo>
                      <a:pt x="222739" y="218273"/>
                    </a:lnTo>
                    <a:close/>
                  </a:path>
                </a:pathLst>
              </a:custGeom>
              <a:solidFill>
                <a:srgbClr val="2B848B"/>
              </a:solidFill>
              <a:ln w="25400">
                <a:solidFill>
                  <a:srgbClr val="FFD19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dirty="0">
                  <a:solidFill>
                    <a:srgbClr val="91410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阿里巴巴普惠体" panose="00020600040101010101" pitchFamily="18" charset="-122"/>
                  <a:sym typeface="阿里巴巴普惠体" panose="00020600040101010101" pitchFamily="18" charset="-122"/>
                </a:endParaRPr>
              </a:p>
            </p:txBody>
          </p:sp>
          <p:sp>
            <p:nvSpPr>
              <p:cNvPr id="83" name="文本框 82"/>
              <p:cNvSpPr txBox="1"/>
              <p:nvPr/>
            </p:nvSpPr>
            <p:spPr>
              <a:xfrm>
                <a:off x="2934894" y="2669648"/>
                <a:ext cx="920825" cy="830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4800" dirty="0">
                    <a:ln w="0">
                      <a:noFill/>
                    </a:ln>
                    <a:solidFill>
                      <a:schemeClr val="bg1"/>
                    </a:solidFill>
                    <a:effectLst>
                      <a:outerShdw blurRad="50800" dist="38100" dir="2700000" algn="tl" rotWithShape="0">
                        <a:prstClr val="black">
                          <a:alpha val="8000"/>
                        </a:prstClr>
                      </a:outerShdw>
                    </a:effectLst>
                    <a:latin typeface="思源宋体 CN Heavy" panose="02020900000000000000" pitchFamily="18" charset="-122"/>
                    <a:ea typeface="思源宋体 CN Heavy" panose="02020900000000000000" pitchFamily="18" charset="-122"/>
                  </a:rPr>
                  <a:t>肆</a:t>
                </a:r>
              </a:p>
            </p:txBody>
          </p:sp>
        </p:grpSp>
        <p:sp>
          <p:nvSpPr>
            <p:cNvPr id="81" name="文本框 80"/>
            <p:cNvSpPr txBox="1"/>
            <p:nvPr/>
          </p:nvSpPr>
          <p:spPr>
            <a:xfrm>
              <a:off x="2640996" y="3641840"/>
              <a:ext cx="150861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阿里巴巴和七个小矮人" panose="00000500000000000000" charset="-122"/>
                  <a:sym typeface="阿里巴巴和七个小矮人" panose="00000500000000000000" charset="-122"/>
                </a:rPr>
                <a:t>活动总结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和七个小矮人" panose="00000500000000000000" charset="-122"/>
                <a:sym typeface="阿里巴巴和七个小矮人" panose="00000500000000000000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 advClick="0" advTm="4000"/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Click="0" advTm="4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背景图案&#10;&#10;描述已自动生成"/>
          <p:cNvPicPr>
            <a:picLocks noChangeAspect="1"/>
          </p:cNvPicPr>
          <p:nvPr/>
        </p:nvPicPr>
        <p:blipFill>
          <a:blip r:embed="rId3" cstate="email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3" name="图片 2" descr="背景图案&#10;&#10;中度可信度描述已自动生成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9342"/>
            <a:ext cx="12192000" cy="6839316"/>
          </a:xfrm>
          <a:custGeom>
            <a:avLst/>
            <a:gdLst>
              <a:gd name="connsiteX0" fmla="*/ 0 w 12192000"/>
              <a:gd name="connsiteY0" fmla="*/ 0 h 6839316"/>
              <a:gd name="connsiteX1" fmla="*/ 12192000 w 12192000"/>
              <a:gd name="connsiteY1" fmla="*/ 0 h 6839316"/>
              <a:gd name="connsiteX2" fmla="*/ 12192000 w 12192000"/>
              <a:gd name="connsiteY2" fmla="*/ 6839316 h 6839316"/>
              <a:gd name="connsiteX3" fmla="*/ 0 w 12192000"/>
              <a:gd name="connsiteY3" fmla="*/ 6839316 h 6839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39316">
                <a:moveTo>
                  <a:pt x="0" y="0"/>
                </a:moveTo>
                <a:lnTo>
                  <a:pt x="12192000" y="0"/>
                </a:lnTo>
                <a:lnTo>
                  <a:pt x="12192000" y="6839316"/>
                </a:lnTo>
                <a:lnTo>
                  <a:pt x="0" y="6839316"/>
                </a:lnTo>
                <a:close/>
              </a:path>
            </a:pathLst>
          </a:custGeom>
        </p:spPr>
      </p:pic>
      <p:sp>
        <p:nvSpPr>
          <p:cNvPr id="32" name="椭圆 31"/>
          <p:cNvSpPr/>
          <p:nvPr/>
        </p:nvSpPr>
        <p:spPr>
          <a:xfrm>
            <a:off x="2817256" y="0"/>
            <a:ext cx="6557487" cy="5924408"/>
          </a:xfrm>
          <a:prstGeom prst="ellipse">
            <a:avLst/>
          </a:prstGeom>
          <a:gradFill flip="none" rotWithShape="1">
            <a:gsLst>
              <a:gs pos="16000">
                <a:schemeClr val="bg1"/>
              </a:gs>
              <a:gs pos="38000">
                <a:schemeClr val="bg1">
                  <a:alpha val="76000"/>
                </a:schemeClr>
              </a:gs>
              <a:gs pos="72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5403646" y="878892"/>
            <a:ext cx="1399952" cy="1252851"/>
            <a:chOff x="2934893" y="2654989"/>
            <a:chExt cx="930961" cy="833140"/>
          </a:xfrm>
        </p:grpSpPr>
        <p:sp>
          <p:nvSpPr>
            <p:cNvPr id="11" name="任意多边形: 形状 10"/>
            <p:cNvSpPr/>
            <p:nvPr/>
          </p:nvSpPr>
          <p:spPr>
            <a:xfrm>
              <a:off x="2934893" y="2654989"/>
              <a:ext cx="920825" cy="833139"/>
            </a:xfrm>
            <a:custGeom>
              <a:avLst/>
              <a:gdLst>
                <a:gd name="connsiteX0" fmla="*/ 222739 w 1373232"/>
                <a:gd name="connsiteY0" fmla="*/ 0 h 1227302"/>
                <a:gd name="connsiteX1" fmla="*/ 1171595 w 1373232"/>
                <a:gd name="connsiteY1" fmla="*/ 0 h 1227302"/>
                <a:gd name="connsiteX2" fmla="*/ 1171595 w 1373232"/>
                <a:gd name="connsiteY2" fmla="*/ 218273 h 1227302"/>
                <a:gd name="connsiteX3" fmla="*/ 1373232 w 1373232"/>
                <a:gd name="connsiteY3" fmla="*/ 218273 h 1227302"/>
                <a:gd name="connsiteX4" fmla="*/ 1373232 w 1373232"/>
                <a:gd name="connsiteY4" fmla="*/ 1009029 h 1227302"/>
                <a:gd name="connsiteX5" fmla="*/ 1150493 w 1373232"/>
                <a:gd name="connsiteY5" fmla="*/ 1009029 h 1227302"/>
                <a:gd name="connsiteX6" fmla="*/ 1150493 w 1373232"/>
                <a:gd name="connsiteY6" fmla="*/ 1227302 h 1227302"/>
                <a:gd name="connsiteX7" fmla="*/ 201637 w 1373232"/>
                <a:gd name="connsiteY7" fmla="*/ 1227302 h 1227302"/>
                <a:gd name="connsiteX8" fmla="*/ 201637 w 1373232"/>
                <a:gd name="connsiteY8" fmla="*/ 1009029 h 1227302"/>
                <a:gd name="connsiteX9" fmla="*/ 0 w 1373232"/>
                <a:gd name="connsiteY9" fmla="*/ 1009029 h 1227302"/>
                <a:gd name="connsiteX10" fmla="*/ 0 w 1373232"/>
                <a:gd name="connsiteY10" fmla="*/ 218273 h 1227302"/>
                <a:gd name="connsiteX11" fmla="*/ 222739 w 1373232"/>
                <a:gd name="connsiteY11" fmla="*/ 218273 h 1227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73232" h="1227302">
                  <a:moveTo>
                    <a:pt x="222739" y="0"/>
                  </a:moveTo>
                  <a:lnTo>
                    <a:pt x="1171595" y="0"/>
                  </a:lnTo>
                  <a:lnTo>
                    <a:pt x="1171595" y="218273"/>
                  </a:lnTo>
                  <a:lnTo>
                    <a:pt x="1373232" y="218273"/>
                  </a:lnTo>
                  <a:lnTo>
                    <a:pt x="1373232" y="1009029"/>
                  </a:lnTo>
                  <a:lnTo>
                    <a:pt x="1150493" y="1009029"/>
                  </a:lnTo>
                  <a:lnTo>
                    <a:pt x="1150493" y="1227302"/>
                  </a:lnTo>
                  <a:lnTo>
                    <a:pt x="201637" y="1227302"/>
                  </a:lnTo>
                  <a:lnTo>
                    <a:pt x="201637" y="1009029"/>
                  </a:lnTo>
                  <a:lnTo>
                    <a:pt x="0" y="1009029"/>
                  </a:lnTo>
                  <a:lnTo>
                    <a:pt x="0" y="218273"/>
                  </a:lnTo>
                  <a:lnTo>
                    <a:pt x="222739" y="218273"/>
                  </a:lnTo>
                  <a:close/>
                </a:path>
              </a:pathLst>
            </a:custGeom>
            <a:solidFill>
              <a:srgbClr val="2B848B"/>
            </a:solidFill>
            <a:ln w="25400">
              <a:solidFill>
                <a:srgbClr val="FFD19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>
                <a:solidFill>
                  <a:srgbClr val="9141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2945029" y="2689916"/>
              <a:ext cx="920825" cy="79821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7200" dirty="0">
                  <a:ln w="0">
                    <a:noFill/>
                  </a:ln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8000"/>
                      </a:prstClr>
                    </a:outerShdw>
                  </a:effectLst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壹</a:t>
              </a: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2053626" y="2289516"/>
            <a:ext cx="8115229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2500" b="0" i="0" u="none" strike="noStrike" cap="none" spc="0" normalizeH="0" baseline="0">
                <a:ln w="0"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汉呈王久存行书" panose="02010601030101010101" pitchFamily="2" charset="-128"/>
                <a:ea typeface="汉呈王久存行书" panose="02010601030101010101" pitchFamily="2" charset="-128"/>
              </a:defRPr>
            </a:lvl1pPr>
          </a:lstStyle>
          <a:p>
            <a:r>
              <a:rPr lang="zh-CN" altLang="en-US" sz="10400" dirty="0"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概况介绍</a:t>
            </a:r>
          </a:p>
        </p:txBody>
      </p:sp>
      <p:sp>
        <p:nvSpPr>
          <p:cNvPr id="8" name="PA-文本框 64"/>
          <p:cNvSpPr txBox="1"/>
          <p:nvPr>
            <p:custDataLst>
              <p:tags r:id="rId1"/>
            </p:custDataLst>
          </p:nvPr>
        </p:nvSpPr>
        <p:spPr>
          <a:xfrm>
            <a:off x="2442749" y="3881388"/>
            <a:ext cx="7306503" cy="276999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cs typeface="阿里巴巴普惠体" panose="00020600040101010101" pitchFamily="18" charset="-122"/>
              </a:rPr>
              <a:t>古田会馆为古田五大商帮集资建造，建成于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cs typeface="阿里巴巴普惠体" panose="00020600040101010101" pitchFamily="18" charset="-122"/>
              </a:rPr>
              <a:t>1914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cs typeface="阿里巴巴普惠体" panose="00020600040101010101" pitchFamily="18" charset="-122"/>
              </a:rPr>
              <a:t>年。建筑坐北朝南，占地面积约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cs typeface="阿里巴巴普惠体" panose="00020600040101010101" pitchFamily="18" charset="-122"/>
              </a:rPr>
              <a:t>690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cs typeface="阿里巴巴普惠体" panose="00020600040101010101" pitchFamily="18" charset="-122"/>
              </a:rPr>
              <a:t>平方米。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</a:endParaRPr>
          </a:p>
        </p:txBody>
      </p:sp>
      <p:pic>
        <p:nvPicPr>
          <p:cNvPr id="4" name="图片 3" descr="卡通人物&#10;&#10;中度可信度描述已自动生成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4980550" y="4892040"/>
            <a:ext cx="1823046" cy="18230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 advClick="0" advTm="4000"/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Click="0" advTm="4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10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背景图案&#10;&#10;描述已自动生成"/>
          <p:cNvPicPr>
            <a:picLocks noChangeAspect="1"/>
          </p:cNvPicPr>
          <p:nvPr/>
        </p:nvPicPr>
        <p:blipFill>
          <a:blip r:embed="rId2" cstate="email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矩形 1"/>
          <p:cNvSpPr/>
          <p:nvPr/>
        </p:nvSpPr>
        <p:spPr>
          <a:xfrm>
            <a:off x="320040" y="281940"/>
            <a:ext cx="11551920" cy="6294120"/>
          </a:xfrm>
          <a:prstGeom prst="rect">
            <a:avLst/>
          </a:prstGeom>
          <a:solidFill>
            <a:schemeClr val="bg1">
              <a:alpha val="4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阿里巴巴普惠体" panose="00020600040101010101" pitchFamily="18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3848100" y="454729"/>
            <a:ext cx="4411980" cy="857262"/>
            <a:chOff x="3848100" y="454729"/>
            <a:chExt cx="4411980" cy="857262"/>
          </a:xfrm>
        </p:grpSpPr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3848100" y="454729"/>
              <a:ext cx="4411980" cy="857262"/>
            </a:xfrm>
            <a:prstGeom prst="rect">
              <a:avLst/>
            </a:prstGeom>
          </p:spPr>
        </p:pic>
        <p:sp>
          <p:nvSpPr>
            <p:cNvPr id="4" name="文本框 3"/>
            <p:cNvSpPr txBox="1"/>
            <p:nvPr/>
          </p:nvSpPr>
          <p:spPr>
            <a:xfrm>
              <a:off x="5065413" y="579120"/>
              <a:ext cx="2082147" cy="6591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algn="ctr" fontAlgn="auto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2500" b="0" i="0" u="none" strike="noStrike" cap="none" spc="0" normalizeH="0" baseline="0">
                  <a:ln w="0"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汉呈王久存行书" panose="02010601030101010101" pitchFamily="2" charset="-128"/>
                  <a:ea typeface="汉呈王久存行书" panose="02010601030101010101" pitchFamily="2" charset="-128"/>
                </a:defRPr>
              </a:lvl1pPr>
            </a:lstStyle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600" b="0" i="0" u="none" strike="noStrike" kern="1200" cap="none" spc="0" normalizeH="0" baseline="0" noProof="0" dirty="0">
                  <a:ln w="0"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cs"/>
                </a:rPr>
                <a:t>古田会馆</a:t>
              </a:r>
            </a:p>
          </p:txBody>
        </p:sp>
      </p:grpSp>
      <p:sp>
        <p:nvSpPr>
          <p:cNvPr id="36" name="文本框 35"/>
          <p:cNvSpPr txBox="1"/>
          <p:nvPr/>
        </p:nvSpPr>
        <p:spPr>
          <a:xfrm>
            <a:off x="7167208" y="2281913"/>
            <a:ext cx="18582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B848B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和七个小矮人" panose="00000500000000000000" charset="-122"/>
                <a:sym typeface="阿里巴巴和七个小矮人" panose="00000500000000000000" charset="-122"/>
              </a:rPr>
              <a:t>名称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D153208-CE36-FB69-5C43-C04B3AF67B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8013" y="1593931"/>
            <a:ext cx="5899547" cy="442466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CFA913AD-F117-A5A5-7DE8-D361074EEFD5}"/>
              </a:ext>
            </a:extLst>
          </p:cNvPr>
          <p:cNvSpPr txBox="1"/>
          <p:nvPr/>
        </p:nvSpPr>
        <p:spPr>
          <a:xfrm>
            <a:off x="8563232" y="2281913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古田会馆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CD23847-4FE9-5586-7F3C-212C7A378689}"/>
              </a:ext>
            </a:extLst>
          </p:cNvPr>
          <p:cNvSpPr txBox="1"/>
          <p:nvPr/>
        </p:nvSpPr>
        <p:spPr>
          <a:xfrm>
            <a:off x="7167208" y="3367003"/>
            <a:ext cx="18582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B848B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和七个小矮人" panose="00000500000000000000" charset="-122"/>
                <a:sym typeface="阿里巴巴和七个小矮人" panose="00000500000000000000" charset="-122"/>
              </a:rPr>
              <a:t>地址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99787BC6-1814-2654-07D4-51017A0117B0}"/>
              </a:ext>
            </a:extLst>
          </p:cNvPr>
          <p:cNvSpPr txBox="1"/>
          <p:nvPr/>
        </p:nvSpPr>
        <p:spPr>
          <a:xfrm>
            <a:off x="8563232" y="3357842"/>
            <a:ext cx="33153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苍霞街道同德路</a:t>
            </a: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号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ECBC7E0F-0AF2-43AB-A9C1-02F7B4FDFB69}"/>
              </a:ext>
            </a:extLst>
          </p:cNvPr>
          <p:cNvSpPr txBox="1"/>
          <p:nvPr/>
        </p:nvSpPr>
        <p:spPr>
          <a:xfrm>
            <a:off x="7167209" y="4452093"/>
            <a:ext cx="18582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B848B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和七个小矮人" panose="00000500000000000000" charset="-122"/>
                <a:sym typeface="阿里巴巴和七个小矮人" panose="00000500000000000000" charset="-122"/>
              </a:rPr>
              <a:t>级别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4C5E7BFF-B505-8135-3003-42E4C15D3744}"/>
              </a:ext>
            </a:extLst>
          </p:cNvPr>
          <p:cNvSpPr txBox="1"/>
          <p:nvPr/>
        </p:nvSpPr>
        <p:spPr>
          <a:xfrm>
            <a:off x="8563232" y="4452093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省级文物保护单位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 advClick="0" advTm="4000"/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Click="0" advTm="4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背景图案&#10;&#10;描述已自动生成"/>
          <p:cNvPicPr>
            <a:picLocks noChangeAspect="1"/>
          </p:cNvPicPr>
          <p:nvPr/>
        </p:nvPicPr>
        <p:blipFill>
          <a:blip r:embed="rId2" cstate="email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矩形 1"/>
          <p:cNvSpPr/>
          <p:nvPr/>
        </p:nvSpPr>
        <p:spPr>
          <a:xfrm>
            <a:off x="320040" y="281940"/>
            <a:ext cx="11551920" cy="6294120"/>
          </a:xfrm>
          <a:prstGeom prst="rect">
            <a:avLst/>
          </a:prstGeom>
          <a:solidFill>
            <a:schemeClr val="bg1">
              <a:alpha val="4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阿里巴巴普惠体" panose="00020600040101010101" pitchFamily="18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3848100" y="454729"/>
            <a:ext cx="4411980" cy="857262"/>
            <a:chOff x="3848100" y="454729"/>
            <a:chExt cx="4411980" cy="857262"/>
          </a:xfrm>
        </p:grpSpPr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3848100" y="454729"/>
              <a:ext cx="4411980" cy="857262"/>
            </a:xfrm>
            <a:prstGeom prst="rect">
              <a:avLst/>
            </a:prstGeom>
          </p:spPr>
        </p:pic>
        <p:sp>
          <p:nvSpPr>
            <p:cNvPr id="4" name="文本框 3"/>
            <p:cNvSpPr txBox="1"/>
            <p:nvPr/>
          </p:nvSpPr>
          <p:spPr>
            <a:xfrm>
              <a:off x="5065413" y="579120"/>
              <a:ext cx="2082147" cy="6591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algn="ctr" fontAlgn="auto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2500" b="0" i="0" u="none" strike="noStrike" cap="none" spc="0" normalizeH="0" baseline="0">
                  <a:ln w="0"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汉呈王久存行书" panose="02010601030101010101" pitchFamily="2" charset="-128"/>
                  <a:ea typeface="汉呈王久存行书" panose="02010601030101010101" pitchFamily="2" charset="-128"/>
                </a:defRPr>
              </a:lvl1pPr>
            </a:lstStyle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600" b="0" i="0" u="none" strike="noStrike" kern="1200" cap="none" spc="0" normalizeH="0" baseline="0" noProof="0" dirty="0">
                  <a:ln w="0"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cs"/>
                </a:rPr>
                <a:t>概况介绍</a:t>
              </a:r>
            </a:p>
          </p:txBody>
        </p:sp>
      </p:grpSp>
      <p:pic>
        <p:nvPicPr>
          <p:cNvPr id="19" name="图片 18">
            <a:extLst>
              <a:ext uri="{FF2B5EF4-FFF2-40B4-BE49-F238E27FC236}">
                <a16:creationId xmlns:a16="http://schemas.microsoft.com/office/drawing/2014/main" id="{6A62168E-629D-7846-E616-990E9A15B0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3102" y="2007041"/>
            <a:ext cx="4910112" cy="326886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9" name="图片 28" descr="图片包含 游戏机, 伞&#10;&#10;描述已自动生成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7510318" y="3095647"/>
            <a:ext cx="4430900" cy="4430900"/>
          </a:xfrm>
          <a:prstGeom prst="rect">
            <a:avLst/>
          </a:prstGeom>
        </p:spPr>
      </p:pic>
      <p:grpSp>
        <p:nvGrpSpPr>
          <p:cNvPr id="48" name="组合 47"/>
          <p:cNvGrpSpPr/>
          <p:nvPr/>
        </p:nvGrpSpPr>
        <p:grpSpPr>
          <a:xfrm>
            <a:off x="1103118" y="1819441"/>
            <a:ext cx="5489964" cy="3774736"/>
            <a:chOff x="404257" y="2044991"/>
            <a:chExt cx="5489964" cy="3037211"/>
          </a:xfrm>
        </p:grpSpPr>
        <p:grpSp>
          <p:nvGrpSpPr>
            <p:cNvPr id="3" name="组合 2"/>
            <p:cNvGrpSpPr/>
            <p:nvPr/>
          </p:nvGrpSpPr>
          <p:grpSpPr>
            <a:xfrm>
              <a:off x="404257" y="2044991"/>
              <a:ext cx="5489964" cy="3029928"/>
              <a:chOff x="698961" y="2525516"/>
              <a:chExt cx="5489964" cy="3029928"/>
            </a:xfrm>
          </p:grpSpPr>
          <p:sp>
            <p:nvSpPr>
              <p:cNvPr id="5" name="文本框 4"/>
              <p:cNvSpPr txBox="1"/>
              <p:nvPr/>
            </p:nvSpPr>
            <p:spPr>
              <a:xfrm>
                <a:off x="698961" y="2525516"/>
                <a:ext cx="5489964" cy="3029928"/>
              </a:xfrm>
              <a:prstGeom prst="rect">
                <a:avLst/>
              </a:prstGeom>
              <a:noFill/>
              <a:effectLst/>
            </p:spPr>
            <p:txBody>
              <a:bodyPr vert="eaVert" wrap="square" rtlCol="0">
                <a:spAutoFit/>
              </a:bodyPr>
              <a:lstStyle>
                <a:defPPr>
                  <a:defRPr lang="zh-CN"/>
                </a:defPPr>
                <a:lvl1pPr algn="ctr">
                  <a:lnSpc>
                    <a:spcPct val="130000"/>
                  </a:lnSpc>
                  <a:defRPr sz="1050">
                    <a:solidFill>
                      <a:srgbClr val="F7FFDD">
                        <a:alpha val="66000"/>
                      </a:srgbClr>
                    </a:solidFill>
                    <a:latin typeface="思源黑体 CN Normal" panose="020B0400000000000000" pitchFamily="34" charset="-122"/>
                    <a:ea typeface="思源黑体 CN Normal" panose="020B0400000000000000" pitchFamily="34" charset="-122"/>
                    <a:cs typeface="思源黑体 CN Medium" panose="020B0600000000000000" charset="-122"/>
                  </a:defRPr>
                </a:lvl1pPr>
              </a:lstStyle>
              <a:p>
                <a:pPr marL="0" marR="0" lvl="0" indent="0" algn="l" defTabSz="914400" rtl="0" eaLnBrk="1" fontAlgn="auto" latinLnBrk="0" hangingPunct="1">
                  <a:lnSpc>
                    <a:spcPct val="2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  <a:alpha val="8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阿里巴巴普惠体" panose="00020600040101010101" pitchFamily="18" charset="-122"/>
                    <a:sym typeface="阿里巴巴普惠体" panose="00020600040101010101" pitchFamily="18" charset="-122"/>
                  </a:rPr>
                  <a:t>古田会馆为古田五大商帮集资建造，建成于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  <a:alpha val="8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阿里巴巴普惠体" panose="00020600040101010101" pitchFamily="18" charset="-122"/>
                    <a:sym typeface="阿里巴巴普惠体" panose="00020600040101010101" pitchFamily="18" charset="-122"/>
                  </a:rPr>
                  <a:t>1914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  <a:alpha val="8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阿里巴巴普惠体" panose="00020600040101010101" pitchFamily="18" charset="-122"/>
                    <a:sym typeface="阿里巴巴普惠体" panose="00020600040101010101" pitchFamily="18" charset="-122"/>
                  </a:rPr>
                  <a:t>年。建筑坐北朝南，占地面积约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  <a:alpha val="8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阿里巴巴普惠体" panose="00020600040101010101" pitchFamily="18" charset="-122"/>
                    <a:sym typeface="阿里巴巴普惠体" panose="00020600040101010101" pitchFamily="18" charset="-122"/>
                  </a:rPr>
                  <a:t>690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  <a:alpha val="8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阿里巴巴普惠体" panose="00020600040101010101" pitchFamily="18" charset="-122"/>
                    <a:sym typeface="阿里巴巴普惠体" panose="00020600040101010101" pitchFamily="18" charset="-122"/>
                  </a:rPr>
                  <a:t>平方米。会馆分为东西两落。东落为主落，由戏台、谯楼、拜亭和正殿组成，正殿面阔三间，进深三间，抬梁穿斗式，重檐歇山顶。西落地块狭长，由两进院落组成，各进主座均为面阔一间、进深五柱的双层木楼房，与东墙之间留有弄道通行。其二层前后出挑廊，天井两侧为双层回廊，二层回廊与各进挑廊相连。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  <a:alpha val="8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阿里巴巴普惠体" panose="00020600040101010101" pitchFamily="18" charset="-122"/>
                    <a:sym typeface="阿里巴巴普惠体" panose="00020600040101010101" pitchFamily="18" charset="-122"/>
                  </a:rPr>
                  <a:t>1996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  <a:alpha val="8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阿里巴巴普惠体" panose="00020600040101010101" pitchFamily="18" charset="-122"/>
                    <a:sym typeface="阿里巴巴普惠体" panose="00020600040101010101" pitchFamily="18" charset="-122"/>
                  </a:rPr>
                  <a:t>年，古田会馆被列为第四批省级文物保护单位。</a:t>
                </a:r>
                <a:endPara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  <a:alpha val="8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阿里巴巴普惠体" panose="00020600040101010101" pitchFamily="18" charset="-122"/>
                  <a:sym typeface="阿里巴巴普惠体" panose="00020600040101010101" pitchFamily="18" charset="-122"/>
                </a:endParaRPr>
              </a:p>
            </p:txBody>
          </p:sp>
          <p:cxnSp>
            <p:nvCxnSpPr>
              <p:cNvPr id="6" name="直接连接符 5"/>
              <p:cNvCxnSpPr/>
              <p:nvPr/>
            </p:nvCxnSpPr>
            <p:spPr>
              <a:xfrm flipH="1">
                <a:off x="5603431" y="2588871"/>
                <a:ext cx="26302" cy="2446772"/>
              </a:xfrm>
              <a:prstGeom prst="line">
                <a:avLst/>
              </a:prstGeom>
              <a:ln>
                <a:gradFill>
                  <a:gsLst>
                    <a:gs pos="33000">
                      <a:srgbClr val="2B848B"/>
                    </a:gs>
                    <a:gs pos="100000">
                      <a:srgbClr val="F5FFD3">
                        <a:alpha val="22000"/>
                      </a:srgbClr>
                    </a:gs>
                  </a:gsLst>
                  <a:lin ang="5400000" scaled="1"/>
                </a:gra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直接连接符 7"/>
              <p:cNvCxnSpPr/>
              <p:nvPr/>
            </p:nvCxnSpPr>
            <p:spPr>
              <a:xfrm flipH="1">
                <a:off x="5101475" y="2573412"/>
                <a:ext cx="0" cy="2462231"/>
              </a:xfrm>
              <a:prstGeom prst="line">
                <a:avLst/>
              </a:prstGeom>
              <a:ln>
                <a:gradFill>
                  <a:gsLst>
                    <a:gs pos="33000">
                      <a:srgbClr val="2B848B"/>
                    </a:gs>
                    <a:gs pos="100000">
                      <a:srgbClr val="F5FFD3">
                        <a:alpha val="22000"/>
                      </a:srgbClr>
                    </a:gs>
                  </a:gsLst>
                  <a:lin ang="5400000" scaled="1"/>
                </a:gra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接连接符 8"/>
              <p:cNvCxnSpPr/>
              <p:nvPr/>
            </p:nvCxnSpPr>
            <p:spPr>
              <a:xfrm flipH="1">
                <a:off x="4659065" y="2573412"/>
                <a:ext cx="0" cy="2462231"/>
              </a:xfrm>
              <a:prstGeom prst="line">
                <a:avLst/>
              </a:prstGeom>
              <a:ln>
                <a:gradFill>
                  <a:gsLst>
                    <a:gs pos="33000">
                      <a:srgbClr val="2B848B"/>
                    </a:gs>
                    <a:gs pos="100000">
                      <a:srgbClr val="F5FFD3">
                        <a:alpha val="22000"/>
                      </a:srgbClr>
                    </a:gs>
                  </a:gsLst>
                  <a:lin ang="5400000" scaled="1"/>
                </a:gra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接连接符 9"/>
              <p:cNvCxnSpPr/>
              <p:nvPr/>
            </p:nvCxnSpPr>
            <p:spPr>
              <a:xfrm flipH="1">
                <a:off x="4206495" y="2573412"/>
                <a:ext cx="0" cy="2462231"/>
              </a:xfrm>
              <a:prstGeom prst="line">
                <a:avLst/>
              </a:prstGeom>
              <a:ln>
                <a:gradFill>
                  <a:gsLst>
                    <a:gs pos="33000">
                      <a:srgbClr val="2B848B"/>
                    </a:gs>
                    <a:gs pos="100000">
                      <a:srgbClr val="F5FFD3">
                        <a:alpha val="22000"/>
                      </a:srgbClr>
                    </a:gs>
                  </a:gsLst>
                  <a:lin ang="5400000" scaled="1"/>
                </a:gra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接连接符 10"/>
              <p:cNvCxnSpPr/>
              <p:nvPr/>
            </p:nvCxnSpPr>
            <p:spPr>
              <a:xfrm flipH="1">
                <a:off x="3758169" y="2573412"/>
                <a:ext cx="0" cy="2462231"/>
              </a:xfrm>
              <a:prstGeom prst="line">
                <a:avLst/>
              </a:prstGeom>
              <a:ln>
                <a:gradFill>
                  <a:gsLst>
                    <a:gs pos="33000">
                      <a:srgbClr val="2B848B"/>
                    </a:gs>
                    <a:gs pos="100000">
                      <a:srgbClr val="F5FFD3">
                        <a:alpha val="22000"/>
                      </a:srgbClr>
                    </a:gs>
                  </a:gsLst>
                  <a:lin ang="5400000" scaled="1"/>
                </a:gra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/>
              <p:cNvCxnSpPr/>
              <p:nvPr/>
            </p:nvCxnSpPr>
            <p:spPr>
              <a:xfrm flipH="1">
                <a:off x="3288108" y="2573412"/>
                <a:ext cx="0" cy="2462231"/>
              </a:xfrm>
              <a:prstGeom prst="line">
                <a:avLst/>
              </a:prstGeom>
              <a:ln>
                <a:gradFill>
                  <a:gsLst>
                    <a:gs pos="33000">
                      <a:srgbClr val="2B848B"/>
                    </a:gs>
                    <a:gs pos="100000">
                      <a:srgbClr val="F5FFD3">
                        <a:alpha val="22000"/>
                      </a:srgbClr>
                    </a:gs>
                  </a:gsLst>
                  <a:lin ang="5400000" scaled="1"/>
                </a:gra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/>
              <p:cNvCxnSpPr/>
              <p:nvPr/>
            </p:nvCxnSpPr>
            <p:spPr>
              <a:xfrm flipH="1">
                <a:off x="2825378" y="2573412"/>
                <a:ext cx="0" cy="2462231"/>
              </a:xfrm>
              <a:prstGeom prst="line">
                <a:avLst/>
              </a:prstGeom>
              <a:ln>
                <a:gradFill>
                  <a:gsLst>
                    <a:gs pos="33000">
                      <a:srgbClr val="2B848B"/>
                    </a:gs>
                    <a:gs pos="100000">
                      <a:srgbClr val="F5FFD3">
                        <a:alpha val="22000"/>
                      </a:srgbClr>
                    </a:gs>
                  </a:gsLst>
                  <a:lin ang="5400000" scaled="1"/>
                </a:gra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/>
              <p:cNvCxnSpPr/>
              <p:nvPr/>
            </p:nvCxnSpPr>
            <p:spPr>
              <a:xfrm flipH="1">
                <a:off x="2351073" y="2573412"/>
                <a:ext cx="0" cy="2462231"/>
              </a:xfrm>
              <a:prstGeom prst="line">
                <a:avLst/>
              </a:prstGeom>
              <a:ln>
                <a:gradFill>
                  <a:gsLst>
                    <a:gs pos="33000">
                      <a:srgbClr val="2B848B"/>
                    </a:gs>
                    <a:gs pos="100000">
                      <a:srgbClr val="F5FFD3">
                        <a:alpha val="22000"/>
                      </a:srgbClr>
                    </a:gs>
                  </a:gsLst>
                  <a:lin ang="5400000" scaled="1"/>
                </a:gra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23" name="图片 22" descr="图片包含 黑暗, 看着, 蛋糕, 游戏机&#10;&#10;描述已自动生成"/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74524" y="4570028"/>
              <a:ext cx="512174" cy="512174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 advClick="0" advTm="4000"/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Click="0" advTm="4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背景图案&#10;&#10;描述已自动生成"/>
          <p:cNvPicPr>
            <a:picLocks noChangeAspect="1"/>
          </p:cNvPicPr>
          <p:nvPr/>
        </p:nvPicPr>
        <p:blipFill>
          <a:blip r:embed="rId2" cstate="email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矩形 1"/>
          <p:cNvSpPr/>
          <p:nvPr/>
        </p:nvSpPr>
        <p:spPr>
          <a:xfrm>
            <a:off x="330526" y="281940"/>
            <a:ext cx="11551920" cy="6294120"/>
          </a:xfrm>
          <a:prstGeom prst="rect">
            <a:avLst/>
          </a:prstGeom>
          <a:solidFill>
            <a:schemeClr val="bg1">
              <a:alpha val="4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阿里巴巴普惠体" panose="00020600040101010101" pitchFamily="18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3848100" y="454729"/>
            <a:ext cx="4411980" cy="857262"/>
            <a:chOff x="3848100" y="454729"/>
            <a:chExt cx="4411980" cy="857262"/>
          </a:xfrm>
        </p:grpSpPr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3848100" y="454729"/>
              <a:ext cx="4411980" cy="857262"/>
            </a:xfrm>
            <a:prstGeom prst="rect">
              <a:avLst/>
            </a:prstGeom>
          </p:spPr>
        </p:pic>
        <p:sp>
          <p:nvSpPr>
            <p:cNvPr id="4" name="文本框 3"/>
            <p:cNvSpPr txBox="1"/>
            <p:nvPr/>
          </p:nvSpPr>
          <p:spPr>
            <a:xfrm>
              <a:off x="5065413" y="579120"/>
              <a:ext cx="2082147" cy="6591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algn="ctr" fontAlgn="auto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2500" b="0" i="0" u="none" strike="noStrike" cap="none" spc="0" normalizeH="0" baseline="0">
                  <a:ln w="0"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汉呈王久存行书" panose="02010601030101010101" pitchFamily="2" charset="-128"/>
                  <a:ea typeface="汉呈王久存行书" panose="02010601030101010101" pitchFamily="2" charset="-128"/>
                </a:defRPr>
              </a:lvl1pPr>
            </a:lstStyle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600" b="0" i="0" u="none" strike="noStrike" kern="1200" cap="none" spc="0" normalizeH="0" baseline="0" noProof="0" dirty="0">
                  <a:ln w="0"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cs"/>
                </a:rPr>
                <a:t>概况介绍</a:t>
              </a:r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5216290" y="1884822"/>
            <a:ext cx="6087579" cy="36543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200" b="0" i="0" u="none" strike="noStrike" cap="none" spc="0" normalizeH="0" baseline="0">
                <a:ln>
                  <a:noFill/>
                </a:ln>
                <a:solidFill>
                  <a:prstClr val="white">
                    <a:lumMod val="50000"/>
                    <a:alpha val="76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馆建筑恢宏，木藻井檐部的如意斗拱、木卷棚、木雀替和挂落式大式浮雕花板等构件至今仍保存较为完好。会馆内十分重视室内装饰，很多地方用到贴金和髹漆技艺。古田会馆建造共耗银近两万两，其中室内装饰部分占总造价的近一半，髹漆与贴金的合计费用就占到总造价的八分之一。</a:t>
            </a:r>
          </a:p>
          <a:p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古田会馆建筑具有较高的艺术和文物价值，也是福州保存最为完整的会馆之一。它是研究福建省近现代建筑特别是民国时期会馆建筑的珍贵实物。</a:t>
            </a:r>
            <a:endParaRPr lang="en-US" altLang="zh-CN" sz="20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DA64C3C-2F3D-E256-2EF8-8BB2F126486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131" y="2142681"/>
            <a:ext cx="4184821" cy="313861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3" name="图片 42" descr="图片包含 黑暗, 看着, 蛋糕, 游戏机&#10;&#10;描述已自动生成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2044" y="5051063"/>
            <a:ext cx="512174" cy="5121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 advClick="0" advTm="4000"/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Click="0" advTm="4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16" dur="2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背景图案&#10;&#10;描述已自动生成"/>
          <p:cNvPicPr>
            <a:picLocks noChangeAspect="1"/>
          </p:cNvPicPr>
          <p:nvPr/>
        </p:nvPicPr>
        <p:blipFill>
          <a:blip r:embed="rId3" cstate="email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3" name="图片 2" descr="背景图案&#10;&#10;中度可信度描述已自动生成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9342"/>
            <a:ext cx="12192000" cy="6839316"/>
          </a:xfrm>
          <a:custGeom>
            <a:avLst/>
            <a:gdLst>
              <a:gd name="connsiteX0" fmla="*/ 0 w 12192000"/>
              <a:gd name="connsiteY0" fmla="*/ 0 h 6839316"/>
              <a:gd name="connsiteX1" fmla="*/ 12192000 w 12192000"/>
              <a:gd name="connsiteY1" fmla="*/ 0 h 6839316"/>
              <a:gd name="connsiteX2" fmla="*/ 12192000 w 12192000"/>
              <a:gd name="connsiteY2" fmla="*/ 6839316 h 6839316"/>
              <a:gd name="connsiteX3" fmla="*/ 0 w 12192000"/>
              <a:gd name="connsiteY3" fmla="*/ 6839316 h 6839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39316">
                <a:moveTo>
                  <a:pt x="0" y="0"/>
                </a:moveTo>
                <a:lnTo>
                  <a:pt x="12192000" y="0"/>
                </a:lnTo>
                <a:lnTo>
                  <a:pt x="12192000" y="6839316"/>
                </a:lnTo>
                <a:lnTo>
                  <a:pt x="0" y="6839316"/>
                </a:lnTo>
                <a:close/>
              </a:path>
            </a:pathLst>
          </a:custGeom>
        </p:spPr>
      </p:pic>
      <p:sp>
        <p:nvSpPr>
          <p:cNvPr id="32" name="椭圆 31"/>
          <p:cNvSpPr/>
          <p:nvPr/>
        </p:nvSpPr>
        <p:spPr>
          <a:xfrm>
            <a:off x="2817256" y="0"/>
            <a:ext cx="6557487" cy="5924408"/>
          </a:xfrm>
          <a:prstGeom prst="ellipse">
            <a:avLst/>
          </a:prstGeom>
          <a:gradFill flip="none" rotWithShape="1">
            <a:gsLst>
              <a:gs pos="16000">
                <a:schemeClr val="bg1"/>
              </a:gs>
              <a:gs pos="38000">
                <a:schemeClr val="bg1">
                  <a:alpha val="76000"/>
                </a:schemeClr>
              </a:gs>
              <a:gs pos="72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5403646" y="878892"/>
            <a:ext cx="1399952" cy="1252851"/>
            <a:chOff x="2934893" y="2654989"/>
            <a:chExt cx="930961" cy="833140"/>
          </a:xfrm>
        </p:grpSpPr>
        <p:sp>
          <p:nvSpPr>
            <p:cNvPr id="11" name="任意多边形: 形状 10"/>
            <p:cNvSpPr/>
            <p:nvPr/>
          </p:nvSpPr>
          <p:spPr>
            <a:xfrm>
              <a:off x="2934893" y="2654989"/>
              <a:ext cx="920825" cy="833139"/>
            </a:xfrm>
            <a:custGeom>
              <a:avLst/>
              <a:gdLst>
                <a:gd name="connsiteX0" fmla="*/ 222739 w 1373232"/>
                <a:gd name="connsiteY0" fmla="*/ 0 h 1227302"/>
                <a:gd name="connsiteX1" fmla="*/ 1171595 w 1373232"/>
                <a:gd name="connsiteY1" fmla="*/ 0 h 1227302"/>
                <a:gd name="connsiteX2" fmla="*/ 1171595 w 1373232"/>
                <a:gd name="connsiteY2" fmla="*/ 218273 h 1227302"/>
                <a:gd name="connsiteX3" fmla="*/ 1373232 w 1373232"/>
                <a:gd name="connsiteY3" fmla="*/ 218273 h 1227302"/>
                <a:gd name="connsiteX4" fmla="*/ 1373232 w 1373232"/>
                <a:gd name="connsiteY4" fmla="*/ 1009029 h 1227302"/>
                <a:gd name="connsiteX5" fmla="*/ 1150493 w 1373232"/>
                <a:gd name="connsiteY5" fmla="*/ 1009029 h 1227302"/>
                <a:gd name="connsiteX6" fmla="*/ 1150493 w 1373232"/>
                <a:gd name="connsiteY6" fmla="*/ 1227302 h 1227302"/>
                <a:gd name="connsiteX7" fmla="*/ 201637 w 1373232"/>
                <a:gd name="connsiteY7" fmla="*/ 1227302 h 1227302"/>
                <a:gd name="connsiteX8" fmla="*/ 201637 w 1373232"/>
                <a:gd name="connsiteY8" fmla="*/ 1009029 h 1227302"/>
                <a:gd name="connsiteX9" fmla="*/ 0 w 1373232"/>
                <a:gd name="connsiteY9" fmla="*/ 1009029 h 1227302"/>
                <a:gd name="connsiteX10" fmla="*/ 0 w 1373232"/>
                <a:gd name="connsiteY10" fmla="*/ 218273 h 1227302"/>
                <a:gd name="connsiteX11" fmla="*/ 222739 w 1373232"/>
                <a:gd name="connsiteY11" fmla="*/ 218273 h 1227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73232" h="1227302">
                  <a:moveTo>
                    <a:pt x="222739" y="0"/>
                  </a:moveTo>
                  <a:lnTo>
                    <a:pt x="1171595" y="0"/>
                  </a:lnTo>
                  <a:lnTo>
                    <a:pt x="1171595" y="218273"/>
                  </a:lnTo>
                  <a:lnTo>
                    <a:pt x="1373232" y="218273"/>
                  </a:lnTo>
                  <a:lnTo>
                    <a:pt x="1373232" y="1009029"/>
                  </a:lnTo>
                  <a:lnTo>
                    <a:pt x="1150493" y="1009029"/>
                  </a:lnTo>
                  <a:lnTo>
                    <a:pt x="1150493" y="1227302"/>
                  </a:lnTo>
                  <a:lnTo>
                    <a:pt x="201637" y="1227302"/>
                  </a:lnTo>
                  <a:lnTo>
                    <a:pt x="201637" y="1009029"/>
                  </a:lnTo>
                  <a:lnTo>
                    <a:pt x="0" y="1009029"/>
                  </a:lnTo>
                  <a:lnTo>
                    <a:pt x="0" y="218273"/>
                  </a:lnTo>
                  <a:lnTo>
                    <a:pt x="222739" y="218273"/>
                  </a:lnTo>
                  <a:close/>
                </a:path>
              </a:pathLst>
            </a:custGeom>
            <a:solidFill>
              <a:srgbClr val="2B848B"/>
            </a:solidFill>
            <a:ln w="25400">
              <a:solidFill>
                <a:srgbClr val="FFD19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1410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2945029" y="2689916"/>
              <a:ext cx="920825" cy="79821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7200" dirty="0">
                  <a:ln w="0">
                    <a:noFill/>
                  </a:ln>
                  <a:solidFill>
                    <a:prstClr val="white"/>
                  </a:solidFill>
                  <a:effectLst>
                    <a:outerShdw blurRad="50800" dist="38100" dir="2700000" algn="tl" rotWithShape="0">
                      <a:prstClr val="black">
                        <a:alpha val="8000"/>
                      </a:prstClr>
                    </a:outerShdw>
                  </a:effectLst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贰</a:t>
              </a:r>
              <a:endParaRPr kumimoji="0" lang="zh-CN" altLang="en-US" sz="7200" b="0" i="0" u="none" strike="noStrike" kern="1200" cap="none" spc="0" normalizeH="0" baseline="0" noProof="0" dirty="0">
                <a:ln w="0"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8000"/>
                    </a:prstClr>
                  </a:outerShdw>
                </a:effectLst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+mn-cs"/>
              </a:endParaRP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2053626" y="2289516"/>
            <a:ext cx="8115229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2500" b="0" i="0" u="none" strike="noStrike" cap="none" spc="0" normalizeH="0" baseline="0">
                <a:ln w="0"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汉呈王久存行书" panose="02010601030101010101" pitchFamily="2" charset="-128"/>
                <a:ea typeface="汉呈王久存行书" panose="02010601030101010101" pitchFamily="2" charset="-128"/>
              </a:defRPr>
            </a:lvl1pPr>
          </a:lstStyle>
          <a:p>
            <a:pPr lvl="0">
              <a:defRPr/>
            </a:pPr>
            <a:r>
              <a:rPr lang="zh-CN" altLang="en-US" sz="10400" dirty="0"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实践探察</a:t>
            </a:r>
          </a:p>
        </p:txBody>
      </p:sp>
      <p:sp>
        <p:nvSpPr>
          <p:cNvPr id="8" name="PA-文本框 64"/>
          <p:cNvSpPr txBox="1"/>
          <p:nvPr>
            <p:custDataLst>
              <p:tags r:id="rId1"/>
            </p:custDataLst>
          </p:nvPr>
        </p:nvSpPr>
        <p:spPr>
          <a:xfrm>
            <a:off x="2442749" y="3881388"/>
            <a:ext cx="7306503" cy="461665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cs typeface="阿里巴巴普惠体" panose="00020600040101010101" pitchFamily="18" charset="-122"/>
              </a:rPr>
              <a:t>古田会馆建筑具有较高的艺术和文物价值，也是福州保存最为完整的会馆之一。它是研究福建省近现代建筑特别是民国时期会馆建筑的珍贵实物。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</a:endParaRPr>
          </a:p>
        </p:txBody>
      </p:sp>
      <p:pic>
        <p:nvPicPr>
          <p:cNvPr id="4" name="图片 3" descr="卡通人物&#10;&#10;中度可信度描述已自动生成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4980550" y="4892040"/>
            <a:ext cx="1823046" cy="18230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 advClick="0" advTm="4000"/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Click="0" advTm="4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10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背景图案&#10;&#10;描述已自动生成"/>
          <p:cNvPicPr>
            <a:picLocks noChangeAspect="1"/>
          </p:cNvPicPr>
          <p:nvPr/>
        </p:nvPicPr>
        <p:blipFill>
          <a:blip r:embed="rId2" cstate="email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矩形 1"/>
          <p:cNvSpPr/>
          <p:nvPr/>
        </p:nvSpPr>
        <p:spPr>
          <a:xfrm>
            <a:off x="320040" y="281940"/>
            <a:ext cx="11551920" cy="6294120"/>
          </a:xfrm>
          <a:prstGeom prst="rect">
            <a:avLst/>
          </a:prstGeom>
          <a:solidFill>
            <a:schemeClr val="bg1">
              <a:alpha val="4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阿里巴巴普惠体" panose="00020600040101010101" pitchFamily="18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3848100" y="454729"/>
            <a:ext cx="4411980" cy="857262"/>
            <a:chOff x="3848100" y="454729"/>
            <a:chExt cx="4411980" cy="857262"/>
          </a:xfrm>
        </p:grpSpPr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3848100" y="454729"/>
              <a:ext cx="4411980" cy="857262"/>
            </a:xfrm>
            <a:prstGeom prst="rect">
              <a:avLst/>
            </a:prstGeom>
          </p:spPr>
        </p:pic>
        <p:sp>
          <p:nvSpPr>
            <p:cNvPr id="4" name="文本框 3"/>
            <p:cNvSpPr txBox="1"/>
            <p:nvPr/>
          </p:nvSpPr>
          <p:spPr>
            <a:xfrm>
              <a:off x="5065413" y="579120"/>
              <a:ext cx="2082147" cy="6591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algn="ctr" fontAlgn="auto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2500" b="0" i="0" u="none" strike="noStrike" cap="none" spc="0" normalizeH="0" baseline="0">
                  <a:ln w="0"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汉呈王久存行书" panose="02010601030101010101" pitchFamily="2" charset="-128"/>
                  <a:ea typeface="汉呈王久存行书" panose="02010601030101010101" pitchFamily="2" charset="-128"/>
                </a:defRPr>
              </a:lvl1pPr>
            </a:lstStyle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600" b="0" i="0" u="none" strike="noStrike" kern="1200" cap="none" spc="0" normalizeH="0" baseline="0" noProof="0" dirty="0">
                  <a:ln w="0"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cs"/>
                </a:rPr>
                <a:t>走进镜头</a:t>
              </a: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6530340" y="2840837"/>
            <a:ext cx="4594860" cy="1994294"/>
            <a:chOff x="6120351" y="1697803"/>
            <a:chExt cx="4594860" cy="1994294"/>
          </a:xfrm>
        </p:grpSpPr>
        <p:sp>
          <p:nvSpPr>
            <p:cNvPr id="15" name="任意多边形: 形状 14"/>
            <p:cNvSpPr/>
            <p:nvPr/>
          </p:nvSpPr>
          <p:spPr>
            <a:xfrm>
              <a:off x="6163951" y="1697803"/>
              <a:ext cx="1570060" cy="400110"/>
            </a:xfrm>
            <a:custGeom>
              <a:avLst/>
              <a:gdLst>
                <a:gd name="connsiteX0" fmla="*/ 163828 w 2067952"/>
                <a:gd name="connsiteY0" fmla="*/ 0 h 365760"/>
                <a:gd name="connsiteX1" fmla="*/ 1919364 w 2067952"/>
                <a:gd name="connsiteY1" fmla="*/ 0 h 365760"/>
                <a:gd name="connsiteX2" fmla="*/ 2003182 w 2067952"/>
                <a:gd name="connsiteY2" fmla="*/ 83818 h 365760"/>
                <a:gd name="connsiteX3" fmla="*/ 2003182 w 2067952"/>
                <a:gd name="connsiteY3" fmla="*/ 85978 h 365760"/>
                <a:gd name="connsiteX4" fmla="*/ 2007367 w 2067952"/>
                <a:gd name="connsiteY4" fmla="*/ 86822 h 365760"/>
                <a:gd name="connsiteX5" fmla="*/ 2067952 w 2067952"/>
                <a:gd name="connsiteY5" fmla="*/ 178225 h 365760"/>
                <a:gd name="connsiteX6" fmla="*/ 2007367 w 2067952"/>
                <a:gd name="connsiteY6" fmla="*/ 269628 h 365760"/>
                <a:gd name="connsiteX7" fmla="*/ 2003182 w 2067952"/>
                <a:gd name="connsiteY7" fmla="*/ 270472 h 365760"/>
                <a:gd name="connsiteX8" fmla="*/ 2003182 w 2067952"/>
                <a:gd name="connsiteY8" fmla="*/ 281942 h 365760"/>
                <a:gd name="connsiteX9" fmla="*/ 1919364 w 2067952"/>
                <a:gd name="connsiteY9" fmla="*/ 365760 h 365760"/>
                <a:gd name="connsiteX10" fmla="*/ 163828 w 2067952"/>
                <a:gd name="connsiteY10" fmla="*/ 365760 h 365760"/>
                <a:gd name="connsiteX11" fmla="*/ 80010 w 2067952"/>
                <a:gd name="connsiteY11" fmla="*/ 281942 h 365760"/>
                <a:gd name="connsiteX12" fmla="*/ 80010 w 2067952"/>
                <a:gd name="connsiteY12" fmla="*/ 273549 h 365760"/>
                <a:gd name="connsiteX13" fmla="*/ 60586 w 2067952"/>
                <a:gd name="connsiteY13" fmla="*/ 269628 h 365760"/>
                <a:gd name="connsiteX14" fmla="*/ 0 w 2067952"/>
                <a:gd name="connsiteY14" fmla="*/ 178225 h 365760"/>
                <a:gd name="connsiteX15" fmla="*/ 60586 w 2067952"/>
                <a:gd name="connsiteY15" fmla="*/ 86822 h 365760"/>
                <a:gd name="connsiteX16" fmla="*/ 80203 w 2067952"/>
                <a:gd name="connsiteY16" fmla="*/ 82862 h 365760"/>
                <a:gd name="connsiteX17" fmla="*/ 86597 w 2067952"/>
                <a:gd name="connsiteY17" fmla="*/ 51192 h 365760"/>
                <a:gd name="connsiteX18" fmla="*/ 163828 w 2067952"/>
                <a:gd name="connsiteY18" fmla="*/ 0 h 365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67952" h="365760">
                  <a:moveTo>
                    <a:pt x="163828" y="0"/>
                  </a:moveTo>
                  <a:lnTo>
                    <a:pt x="1919364" y="0"/>
                  </a:lnTo>
                  <a:cubicBezTo>
                    <a:pt x="1965655" y="0"/>
                    <a:pt x="2003182" y="37527"/>
                    <a:pt x="2003182" y="83818"/>
                  </a:cubicBezTo>
                  <a:lnTo>
                    <a:pt x="2003182" y="85978"/>
                  </a:lnTo>
                  <a:lnTo>
                    <a:pt x="2007367" y="86822"/>
                  </a:lnTo>
                  <a:cubicBezTo>
                    <a:pt x="2042970" y="101881"/>
                    <a:pt x="2067952" y="137136"/>
                    <a:pt x="2067952" y="178225"/>
                  </a:cubicBezTo>
                  <a:cubicBezTo>
                    <a:pt x="2067952" y="219315"/>
                    <a:pt x="2042970" y="254569"/>
                    <a:pt x="2007367" y="269628"/>
                  </a:cubicBezTo>
                  <a:lnTo>
                    <a:pt x="2003182" y="270472"/>
                  </a:lnTo>
                  <a:lnTo>
                    <a:pt x="2003182" y="281942"/>
                  </a:lnTo>
                  <a:cubicBezTo>
                    <a:pt x="2003182" y="328233"/>
                    <a:pt x="1965655" y="365760"/>
                    <a:pt x="1919364" y="365760"/>
                  </a:cubicBezTo>
                  <a:lnTo>
                    <a:pt x="163828" y="365760"/>
                  </a:lnTo>
                  <a:cubicBezTo>
                    <a:pt x="117537" y="365760"/>
                    <a:pt x="80010" y="328233"/>
                    <a:pt x="80010" y="281942"/>
                  </a:cubicBezTo>
                  <a:lnTo>
                    <a:pt x="80010" y="273549"/>
                  </a:lnTo>
                  <a:lnTo>
                    <a:pt x="60586" y="269628"/>
                  </a:lnTo>
                  <a:cubicBezTo>
                    <a:pt x="24982" y="254569"/>
                    <a:pt x="0" y="219315"/>
                    <a:pt x="0" y="178225"/>
                  </a:cubicBezTo>
                  <a:cubicBezTo>
                    <a:pt x="0" y="137136"/>
                    <a:pt x="24982" y="101881"/>
                    <a:pt x="60586" y="86822"/>
                  </a:cubicBezTo>
                  <a:lnTo>
                    <a:pt x="80203" y="82862"/>
                  </a:lnTo>
                  <a:lnTo>
                    <a:pt x="86597" y="51192"/>
                  </a:lnTo>
                  <a:cubicBezTo>
                    <a:pt x="99321" y="21109"/>
                    <a:pt x="129110" y="0"/>
                    <a:pt x="163828" y="0"/>
                  </a:cubicBezTo>
                  <a:close/>
                </a:path>
              </a:pathLst>
            </a:custGeom>
            <a:solidFill>
              <a:srgbClr val="459A8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6141091" y="1709711"/>
              <a:ext cx="173867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>
                  <a:solidFill>
                    <a:schemeClr val="tx1">
                      <a:lumMod val="75000"/>
                      <a:lumOff val="25000"/>
                    </a:schemeClr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</a:lstStyle>
            <a:p>
              <a:r>
                <a:rPr lang="en-US" altLang="zh-CN" sz="2000" dirty="0">
                  <a:solidFill>
                    <a:schemeClr val="bg1">
                      <a:lumMod val="9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阿里巴巴和七个小矮人" panose="00000500000000000000" charset="-122"/>
                  <a:sym typeface="阿里巴巴和七个小矮人" panose="00000500000000000000" charset="-122"/>
                </a:rPr>
                <a:t>·  </a:t>
              </a:r>
              <a:r>
                <a:rPr lang="zh-CN" altLang="en-US" sz="2000" dirty="0">
                  <a:solidFill>
                    <a:schemeClr val="bg1">
                      <a:lumMod val="9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阿里巴巴和七个小矮人" panose="00000500000000000000" charset="-122"/>
                  <a:sym typeface="阿里巴巴和七个小矮人" panose="00000500000000000000" charset="-122"/>
                </a:rPr>
                <a:t>实拍景一</a:t>
              </a:r>
              <a:r>
                <a:rPr lang="en-US" altLang="zh-CN" sz="2000" dirty="0">
                  <a:solidFill>
                    <a:schemeClr val="bg1">
                      <a:lumMod val="9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阿里巴巴和七个小矮人" panose="00000500000000000000" charset="-122"/>
                  <a:sym typeface="阿里巴巴和七个小矮人" panose="00000500000000000000" charset="-122"/>
                </a:rPr>
                <a:t>·</a:t>
              </a:r>
              <a:endParaRPr lang="zh-CN" altLang="en-US" sz="2000" dirty="0">
                <a:solidFill>
                  <a:schemeClr val="bg1">
                    <a:lumMod val="9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和七个小矮人" panose="00000500000000000000" charset="-122"/>
                <a:sym typeface="阿里巴巴和七个小矮人" panose="00000500000000000000" charset="-122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6120351" y="2206177"/>
              <a:ext cx="4594860" cy="14859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fontAlgn="auto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200" b="0" i="0" u="none" strike="noStrike" cap="none" spc="0" normalizeH="0" baseline="0">
                  <a:ln>
                    <a:noFill/>
                  </a:ln>
                  <a:solidFill>
                    <a:prstClr val="white">
                      <a:lumMod val="50000"/>
                      <a:alpha val="76000"/>
                    </a:prstClr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</a:lstStyle>
            <a:p>
              <a:r>
                <a:rPr lang="zh-CN" alt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东落天后宫由南至北有戏台、天井（两侧谯楼）、钟（鼓）楼、拜亭、正殿。</a:t>
              </a:r>
              <a:endPara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10" name="图片 9">
            <a:extLst>
              <a:ext uri="{FF2B5EF4-FFF2-40B4-BE49-F238E27FC236}">
                <a16:creationId xmlns:a16="http://schemas.microsoft.com/office/drawing/2014/main" id="{FB0658D8-DAF0-8018-E7E6-6A18FE2A60E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9030" y="2115028"/>
            <a:ext cx="4594550" cy="344591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 advClick="0" advTm="4000"/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Click="0" advTm="4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4DDBBF-1A76-C049-66D4-9AB436229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背景图案&#10;&#10;描述已自动生成">
            <a:extLst>
              <a:ext uri="{FF2B5EF4-FFF2-40B4-BE49-F238E27FC236}">
                <a16:creationId xmlns:a16="http://schemas.microsoft.com/office/drawing/2014/main" id="{0F4EA359-19CB-70DF-2639-B12D9B4FEC7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29847B22-2EE0-3C58-7124-2DC374D2D46A}"/>
              </a:ext>
            </a:extLst>
          </p:cNvPr>
          <p:cNvSpPr/>
          <p:nvPr/>
        </p:nvSpPr>
        <p:spPr>
          <a:xfrm>
            <a:off x="320040" y="281940"/>
            <a:ext cx="11551920" cy="6294120"/>
          </a:xfrm>
          <a:prstGeom prst="rect">
            <a:avLst/>
          </a:prstGeom>
          <a:solidFill>
            <a:schemeClr val="bg1">
              <a:alpha val="4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阿里巴巴普惠体" panose="00020600040101010101" pitchFamily="18" charset="-122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BF5C1B26-8B47-1F18-D093-7FBD4CC9DA01}"/>
              </a:ext>
            </a:extLst>
          </p:cNvPr>
          <p:cNvGrpSpPr/>
          <p:nvPr/>
        </p:nvGrpSpPr>
        <p:grpSpPr>
          <a:xfrm>
            <a:off x="3848100" y="454729"/>
            <a:ext cx="4411980" cy="857262"/>
            <a:chOff x="3848100" y="454729"/>
            <a:chExt cx="4411980" cy="857262"/>
          </a:xfrm>
        </p:grpSpPr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AA6076BF-9A5C-6C16-7B26-42E495EA27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3848100" y="454729"/>
              <a:ext cx="4411980" cy="857262"/>
            </a:xfrm>
            <a:prstGeom prst="rect">
              <a:avLst/>
            </a:prstGeom>
          </p:spPr>
        </p:pic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38737BD7-744D-C696-415A-BC55DDCF531B}"/>
                </a:ext>
              </a:extLst>
            </p:cNvPr>
            <p:cNvSpPr txBox="1"/>
            <p:nvPr/>
          </p:nvSpPr>
          <p:spPr>
            <a:xfrm>
              <a:off x="5065413" y="579120"/>
              <a:ext cx="2082147" cy="6591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algn="ctr" fontAlgn="auto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2500" b="0" i="0" u="none" strike="noStrike" cap="none" spc="0" normalizeH="0" baseline="0">
                  <a:ln w="0"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汉呈王久存行书" panose="02010601030101010101" pitchFamily="2" charset="-128"/>
                  <a:ea typeface="汉呈王久存行书" panose="02010601030101010101" pitchFamily="2" charset="-128"/>
                </a:defRPr>
              </a:lvl1pPr>
            </a:lstStyle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600" b="0" i="0" u="none" strike="noStrike" kern="1200" cap="none" spc="0" normalizeH="0" baseline="0" noProof="0" dirty="0">
                  <a:ln w="0"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Arial"/>
                </a:rPr>
                <a:t>走进镜头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B5EEBB7B-8F32-6541-C47A-081D0A55ECA5}"/>
              </a:ext>
            </a:extLst>
          </p:cNvPr>
          <p:cNvGrpSpPr/>
          <p:nvPr/>
        </p:nvGrpSpPr>
        <p:grpSpPr>
          <a:xfrm>
            <a:off x="6106486" y="1436382"/>
            <a:ext cx="4594860" cy="4875082"/>
            <a:chOff x="6120351" y="1697803"/>
            <a:chExt cx="4594860" cy="4875082"/>
          </a:xfrm>
        </p:grpSpPr>
        <p:sp>
          <p:nvSpPr>
            <p:cNvPr id="15" name="任意多边形: 形状 14">
              <a:extLst>
                <a:ext uri="{FF2B5EF4-FFF2-40B4-BE49-F238E27FC236}">
                  <a16:creationId xmlns:a16="http://schemas.microsoft.com/office/drawing/2014/main" id="{40E7FB63-BBA7-3863-60F6-E9A785706584}"/>
                </a:ext>
              </a:extLst>
            </p:cNvPr>
            <p:cNvSpPr/>
            <p:nvPr/>
          </p:nvSpPr>
          <p:spPr>
            <a:xfrm>
              <a:off x="6163951" y="1697803"/>
              <a:ext cx="1570060" cy="400110"/>
            </a:xfrm>
            <a:custGeom>
              <a:avLst/>
              <a:gdLst>
                <a:gd name="connsiteX0" fmla="*/ 163828 w 2067952"/>
                <a:gd name="connsiteY0" fmla="*/ 0 h 365760"/>
                <a:gd name="connsiteX1" fmla="*/ 1919364 w 2067952"/>
                <a:gd name="connsiteY1" fmla="*/ 0 h 365760"/>
                <a:gd name="connsiteX2" fmla="*/ 2003182 w 2067952"/>
                <a:gd name="connsiteY2" fmla="*/ 83818 h 365760"/>
                <a:gd name="connsiteX3" fmla="*/ 2003182 w 2067952"/>
                <a:gd name="connsiteY3" fmla="*/ 85978 h 365760"/>
                <a:gd name="connsiteX4" fmla="*/ 2007367 w 2067952"/>
                <a:gd name="connsiteY4" fmla="*/ 86822 h 365760"/>
                <a:gd name="connsiteX5" fmla="*/ 2067952 w 2067952"/>
                <a:gd name="connsiteY5" fmla="*/ 178225 h 365760"/>
                <a:gd name="connsiteX6" fmla="*/ 2007367 w 2067952"/>
                <a:gd name="connsiteY6" fmla="*/ 269628 h 365760"/>
                <a:gd name="connsiteX7" fmla="*/ 2003182 w 2067952"/>
                <a:gd name="connsiteY7" fmla="*/ 270472 h 365760"/>
                <a:gd name="connsiteX8" fmla="*/ 2003182 w 2067952"/>
                <a:gd name="connsiteY8" fmla="*/ 281942 h 365760"/>
                <a:gd name="connsiteX9" fmla="*/ 1919364 w 2067952"/>
                <a:gd name="connsiteY9" fmla="*/ 365760 h 365760"/>
                <a:gd name="connsiteX10" fmla="*/ 163828 w 2067952"/>
                <a:gd name="connsiteY10" fmla="*/ 365760 h 365760"/>
                <a:gd name="connsiteX11" fmla="*/ 80010 w 2067952"/>
                <a:gd name="connsiteY11" fmla="*/ 281942 h 365760"/>
                <a:gd name="connsiteX12" fmla="*/ 80010 w 2067952"/>
                <a:gd name="connsiteY12" fmla="*/ 273549 h 365760"/>
                <a:gd name="connsiteX13" fmla="*/ 60586 w 2067952"/>
                <a:gd name="connsiteY13" fmla="*/ 269628 h 365760"/>
                <a:gd name="connsiteX14" fmla="*/ 0 w 2067952"/>
                <a:gd name="connsiteY14" fmla="*/ 178225 h 365760"/>
                <a:gd name="connsiteX15" fmla="*/ 60586 w 2067952"/>
                <a:gd name="connsiteY15" fmla="*/ 86822 h 365760"/>
                <a:gd name="connsiteX16" fmla="*/ 80203 w 2067952"/>
                <a:gd name="connsiteY16" fmla="*/ 82862 h 365760"/>
                <a:gd name="connsiteX17" fmla="*/ 86597 w 2067952"/>
                <a:gd name="connsiteY17" fmla="*/ 51192 h 365760"/>
                <a:gd name="connsiteX18" fmla="*/ 163828 w 2067952"/>
                <a:gd name="connsiteY18" fmla="*/ 0 h 365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67952" h="365760">
                  <a:moveTo>
                    <a:pt x="163828" y="0"/>
                  </a:moveTo>
                  <a:lnTo>
                    <a:pt x="1919364" y="0"/>
                  </a:lnTo>
                  <a:cubicBezTo>
                    <a:pt x="1965655" y="0"/>
                    <a:pt x="2003182" y="37527"/>
                    <a:pt x="2003182" y="83818"/>
                  </a:cubicBezTo>
                  <a:lnTo>
                    <a:pt x="2003182" y="85978"/>
                  </a:lnTo>
                  <a:lnTo>
                    <a:pt x="2007367" y="86822"/>
                  </a:lnTo>
                  <a:cubicBezTo>
                    <a:pt x="2042970" y="101881"/>
                    <a:pt x="2067952" y="137136"/>
                    <a:pt x="2067952" y="178225"/>
                  </a:cubicBezTo>
                  <a:cubicBezTo>
                    <a:pt x="2067952" y="219315"/>
                    <a:pt x="2042970" y="254569"/>
                    <a:pt x="2007367" y="269628"/>
                  </a:cubicBezTo>
                  <a:lnTo>
                    <a:pt x="2003182" y="270472"/>
                  </a:lnTo>
                  <a:lnTo>
                    <a:pt x="2003182" y="281942"/>
                  </a:lnTo>
                  <a:cubicBezTo>
                    <a:pt x="2003182" y="328233"/>
                    <a:pt x="1965655" y="365760"/>
                    <a:pt x="1919364" y="365760"/>
                  </a:cubicBezTo>
                  <a:lnTo>
                    <a:pt x="163828" y="365760"/>
                  </a:lnTo>
                  <a:cubicBezTo>
                    <a:pt x="117537" y="365760"/>
                    <a:pt x="80010" y="328233"/>
                    <a:pt x="80010" y="281942"/>
                  </a:cubicBezTo>
                  <a:lnTo>
                    <a:pt x="80010" y="273549"/>
                  </a:lnTo>
                  <a:lnTo>
                    <a:pt x="60586" y="269628"/>
                  </a:lnTo>
                  <a:cubicBezTo>
                    <a:pt x="24982" y="254569"/>
                    <a:pt x="0" y="219315"/>
                    <a:pt x="0" y="178225"/>
                  </a:cubicBezTo>
                  <a:cubicBezTo>
                    <a:pt x="0" y="137136"/>
                    <a:pt x="24982" y="101881"/>
                    <a:pt x="60586" y="86822"/>
                  </a:cubicBezTo>
                  <a:lnTo>
                    <a:pt x="80203" y="82862"/>
                  </a:lnTo>
                  <a:lnTo>
                    <a:pt x="86597" y="51192"/>
                  </a:lnTo>
                  <a:cubicBezTo>
                    <a:pt x="99321" y="21109"/>
                    <a:pt x="129110" y="0"/>
                    <a:pt x="163828" y="0"/>
                  </a:cubicBezTo>
                  <a:close/>
                </a:path>
              </a:pathLst>
            </a:custGeom>
            <a:solidFill>
              <a:srgbClr val="459A8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877CEF24-D7FF-C7FD-CF3D-2B262B6EEDB3}"/>
                </a:ext>
              </a:extLst>
            </p:cNvPr>
            <p:cNvSpPr txBox="1"/>
            <p:nvPr/>
          </p:nvSpPr>
          <p:spPr>
            <a:xfrm>
              <a:off x="6141091" y="1709711"/>
              <a:ext cx="173867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>
                  <a:solidFill>
                    <a:schemeClr val="tx1">
                      <a:lumMod val="75000"/>
                      <a:lumOff val="25000"/>
                    </a:schemeClr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阿里巴巴和七个小矮人" panose="00000500000000000000" charset="-122"/>
                  <a:sym typeface="阿里巴巴和七个小矮人" panose="00000500000000000000" charset="-122"/>
                </a:rPr>
                <a:t>·  </a:t>
              </a: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阿里巴巴和七个小矮人" panose="00000500000000000000" charset="-122"/>
                  <a:sym typeface="阿里巴巴和七个小矮人" panose="00000500000000000000" charset="-122"/>
                </a:rPr>
                <a:t>实拍景二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阿里巴巴和七个小矮人" panose="00000500000000000000" charset="-122"/>
                  <a:sym typeface="阿里巴巴和七个小矮人" panose="00000500000000000000" charset="-122"/>
                </a:rPr>
                <a:t>·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和七个小矮人" panose="00000500000000000000" charset="-122"/>
                <a:sym typeface="阿里巴巴和七个小矮人" panose="00000500000000000000" charset="-122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21FAAC41-FBE6-75AA-9B92-F573752577A9}"/>
                </a:ext>
              </a:extLst>
            </p:cNvPr>
            <p:cNvSpPr txBox="1"/>
            <p:nvPr/>
          </p:nvSpPr>
          <p:spPr>
            <a:xfrm>
              <a:off x="6120351" y="2206177"/>
              <a:ext cx="4594860" cy="43667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fontAlgn="auto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200" b="0" i="0" u="none" strike="noStrike" cap="none" spc="0" normalizeH="0" baseline="0">
                  <a:ln>
                    <a:noFill/>
                  </a:ln>
                  <a:solidFill>
                    <a:prstClr val="white">
                      <a:lumMod val="50000"/>
                      <a:alpha val="76000"/>
                    </a:prstClr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临街五岳朝天式前院墙，牌楼状的墙帽下饰有壸边，灰塑彩绘有“松鹤延年”“平安富贵”等图案，在红砖砌筑的墙体中部石门框上方嵌有“古田会馆”“天后宫”两块青石门额；墙内戏台石砌须弥座戏台，束腰嵌有多方青石板，刻有“麻姑献寿”“梅雀争春”“一路连科”等图案；</a:t>
              </a:r>
              <a:endPara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FE323CEE-295A-597F-A662-F1A17748DF8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7727" y="1520181"/>
            <a:ext cx="3632045" cy="484272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61770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 advClick="0" advTm="4000"/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Click="0" advTm="4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3118E6-9075-188F-ACD2-E73A0891A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背景图案&#10;&#10;描述已自动生成">
            <a:extLst>
              <a:ext uri="{FF2B5EF4-FFF2-40B4-BE49-F238E27FC236}">
                <a16:creationId xmlns:a16="http://schemas.microsoft.com/office/drawing/2014/main" id="{BCA9F3A3-020A-8456-84EB-CC88025C8B9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74E8491D-89C0-9ECF-C33C-6424E830F106}"/>
              </a:ext>
            </a:extLst>
          </p:cNvPr>
          <p:cNvSpPr/>
          <p:nvPr/>
        </p:nvSpPr>
        <p:spPr>
          <a:xfrm>
            <a:off x="320040" y="281940"/>
            <a:ext cx="11551920" cy="6294120"/>
          </a:xfrm>
          <a:prstGeom prst="rect">
            <a:avLst/>
          </a:prstGeom>
          <a:solidFill>
            <a:schemeClr val="bg1">
              <a:alpha val="4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阿里巴巴普惠体" panose="00020600040101010101" pitchFamily="18" charset="-122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A8D918BD-AB99-E96E-F520-B8E375092B9C}"/>
              </a:ext>
            </a:extLst>
          </p:cNvPr>
          <p:cNvGrpSpPr/>
          <p:nvPr/>
        </p:nvGrpSpPr>
        <p:grpSpPr>
          <a:xfrm>
            <a:off x="3848100" y="454729"/>
            <a:ext cx="4411980" cy="857262"/>
            <a:chOff x="3848100" y="454729"/>
            <a:chExt cx="4411980" cy="857262"/>
          </a:xfrm>
        </p:grpSpPr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AB30EB28-67B7-5D0C-5716-6DB78EE3F27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3848100" y="454729"/>
              <a:ext cx="4411980" cy="857262"/>
            </a:xfrm>
            <a:prstGeom prst="rect">
              <a:avLst/>
            </a:prstGeom>
          </p:spPr>
        </p:pic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1DDD1787-9200-CB6E-028C-35E23AB94106}"/>
                </a:ext>
              </a:extLst>
            </p:cNvPr>
            <p:cNvSpPr txBox="1"/>
            <p:nvPr/>
          </p:nvSpPr>
          <p:spPr>
            <a:xfrm>
              <a:off x="5065413" y="579120"/>
              <a:ext cx="2082147" cy="6591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algn="ctr" fontAlgn="auto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2500" b="0" i="0" u="none" strike="noStrike" cap="none" spc="0" normalizeH="0" baseline="0">
                  <a:ln w="0"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汉呈王久存行书" panose="02010601030101010101" pitchFamily="2" charset="-128"/>
                  <a:ea typeface="汉呈王久存行书" panose="02010601030101010101" pitchFamily="2" charset="-128"/>
                </a:defRPr>
              </a:lvl1pPr>
            </a:lstStyle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600" b="0" i="0" u="none" strike="noStrike" kern="1200" cap="none" spc="0" normalizeH="0" baseline="0" noProof="0" dirty="0">
                  <a:ln w="0"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Arial"/>
                </a:rPr>
                <a:t>走进镜头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CC4D11AA-0025-2902-85E1-62F00F3DEE8D}"/>
              </a:ext>
            </a:extLst>
          </p:cNvPr>
          <p:cNvGrpSpPr/>
          <p:nvPr/>
        </p:nvGrpSpPr>
        <p:grpSpPr>
          <a:xfrm>
            <a:off x="6464915" y="1669317"/>
            <a:ext cx="4594860" cy="4162708"/>
            <a:chOff x="6120351" y="1697803"/>
            <a:chExt cx="4594860" cy="4162708"/>
          </a:xfrm>
        </p:grpSpPr>
        <p:sp>
          <p:nvSpPr>
            <p:cNvPr id="15" name="任意多边形: 形状 14">
              <a:extLst>
                <a:ext uri="{FF2B5EF4-FFF2-40B4-BE49-F238E27FC236}">
                  <a16:creationId xmlns:a16="http://schemas.microsoft.com/office/drawing/2014/main" id="{B743F85D-926B-C62F-AAD0-C24AD80509C7}"/>
                </a:ext>
              </a:extLst>
            </p:cNvPr>
            <p:cNvSpPr/>
            <p:nvPr/>
          </p:nvSpPr>
          <p:spPr>
            <a:xfrm>
              <a:off x="6163951" y="1697803"/>
              <a:ext cx="1570060" cy="400110"/>
            </a:xfrm>
            <a:custGeom>
              <a:avLst/>
              <a:gdLst>
                <a:gd name="connsiteX0" fmla="*/ 163828 w 2067952"/>
                <a:gd name="connsiteY0" fmla="*/ 0 h 365760"/>
                <a:gd name="connsiteX1" fmla="*/ 1919364 w 2067952"/>
                <a:gd name="connsiteY1" fmla="*/ 0 h 365760"/>
                <a:gd name="connsiteX2" fmla="*/ 2003182 w 2067952"/>
                <a:gd name="connsiteY2" fmla="*/ 83818 h 365760"/>
                <a:gd name="connsiteX3" fmla="*/ 2003182 w 2067952"/>
                <a:gd name="connsiteY3" fmla="*/ 85978 h 365760"/>
                <a:gd name="connsiteX4" fmla="*/ 2007367 w 2067952"/>
                <a:gd name="connsiteY4" fmla="*/ 86822 h 365760"/>
                <a:gd name="connsiteX5" fmla="*/ 2067952 w 2067952"/>
                <a:gd name="connsiteY5" fmla="*/ 178225 h 365760"/>
                <a:gd name="connsiteX6" fmla="*/ 2007367 w 2067952"/>
                <a:gd name="connsiteY6" fmla="*/ 269628 h 365760"/>
                <a:gd name="connsiteX7" fmla="*/ 2003182 w 2067952"/>
                <a:gd name="connsiteY7" fmla="*/ 270472 h 365760"/>
                <a:gd name="connsiteX8" fmla="*/ 2003182 w 2067952"/>
                <a:gd name="connsiteY8" fmla="*/ 281942 h 365760"/>
                <a:gd name="connsiteX9" fmla="*/ 1919364 w 2067952"/>
                <a:gd name="connsiteY9" fmla="*/ 365760 h 365760"/>
                <a:gd name="connsiteX10" fmla="*/ 163828 w 2067952"/>
                <a:gd name="connsiteY10" fmla="*/ 365760 h 365760"/>
                <a:gd name="connsiteX11" fmla="*/ 80010 w 2067952"/>
                <a:gd name="connsiteY11" fmla="*/ 281942 h 365760"/>
                <a:gd name="connsiteX12" fmla="*/ 80010 w 2067952"/>
                <a:gd name="connsiteY12" fmla="*/ 273549 h 365760"/>
                <a:gd name="connsiteX13" fmla="*/ 60586 w 2067952"/>
                <a:gd name="connsiteY13" fmla="*/ 269628 h 365760"/>
                <a:gd name="connsiteX14" fmla="*/ 0 w 2067952"/>
                <a:gd name="connsiteY14" fmla="*/ 178225 h 365760"/>
                <a:gd name="connsiteX15" fmla="*/ 60586 w 2067952"/>
                <a:gd name="connsiteY15" fmla="*/ 86822 h 365760"/>
                <a:gd name="connsiteX16" fmla="*/ 80203 w 2067952"/>
                <a:gd name="connsiteY16" fmla="*/ 82862 h 365760"/>
                <a:gd name="connsiteX17" fmla="*/ 86597 w 2067952"/>
                <a:gd name="connsiteY17" fmla="*/ 51192 h 365760"/>
                <a:gd name="connsiteX18" fmla="*/ 163828 w 2067952"/>
                <a:gd name="connsiteY18" fmla="*/ 0 h 365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67952" h="365760">
                  <a:moveTo>
                    <a:pt x="163828" y="0"/>
                  </a:moveTo>
                  <a:lnTo>
                    <a:pt x="1919364" y="0"/>
                  </a:lnTo>
                  <a:cubicBezTo>
                    <a:pt x="1965655" y="0"/>
                    <a:pt x="2003182" y="37527"/>
                    <a:pt x="2003182" y="83818"/>
                  </a:cubicBezTo>
                  <a:lnTo>
                    <a:pt x="2003182" y="85978"/>
                  </a:lnTo>
                  <a:lnTo>
                    <a:pt x="2007367" y="86822"/>
                  </a:lnTo>
                  <a:cubicBezTo>
                    <a:pt x="2042970" y="101881"/>
                    <a:pt x="2067952" y="137136"/>
                    <a:pt x="2067952" y="178225"/>
                  </a:cubicBezTo>
                  <a:cubicBezTo>
                    <a:pt x="2067952" y="219315"/>
                    <a:pt x="2042970" y="254569"/>
                    <a:pt x="2007367" y="269628"/>
                  </a:cubicBezTo>
                  <a:lnTo>
                    <a:pt x="2003182" y="270472"/>
                  </a:lnTo>
                  <a:lnTo>
                    <a:pt x="2003182" y="281942"/>
                  </a:lnTo>
                  <a:cubicBezTo>
                    <a:pt x="2003182" y="328233"/>
                    <a:pt x="1965655" y="365760"/>
                    <a:pt x="1919364" y="365760"/>
                  </a:cubicBezTo>
                  <a:lnTo>
                    <a:pt x="163828" y="365760"/>
                  </a:lnTo>
                  <a:cubicBezTo>
                    <a:pt x="117537" y="365760"/>
                    <a:pt x="80010" y="328233"/>
                    <a:pt x="80010" y="281942"/>
                  </a:cubicBezTo>
                  <a:lnTo>
                    <a:pt x="80010" y="273549"/>
                  </a:lnTo>
                  <a:lnTo>
                    <a:pt x="60586" y="269628"/>
                  </a:lnTo>
                  <a:cubicBezTo>
                    <a:pt x="24982" y="254569"/>
                    <a:pt x="0" y="219315"/>
                    <a:pt x="0" y="178225"/>
                  </a:cubicBezTo>
                  <a:cubicBezTo>
                    <a:pt x="0" y="137136"/>
                    <a:pt x="24982" y="101881"/>
                    <a:pt x="60586" y="86822"/>
                  </a:cubicBezTo>
                  <a:lnTo>
                    <a:pt x="80203" y="82862"/>
                  </a:lnTo>
                  <a:lnTo>
                    <a:pt x="86597" y="51192"/>
                  </a:lnTo>
                  <a:cubicBezTo>
                    <a:pt x="99321" y="21109"/>
                    <a:pt x="129110" y="0"/>
                    <a:pt x="163828" y="0"/>
                  </a:cubicBezTo>
                  <a:close/>
                </a:path>
              </a:pathLst>
            </a:custGeom>
            <a:solidFill>
              <a:srgbClr val="459A8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4B6C89A0-BE79-AB93-661F-6C5C384EE6CA}"/>
                </a:ext>
              </a:extLst>
            </p:cNvPr>
            <p:cNvSpPr txBox="1"/>
            <p:nvPr/>
          </p:nvSpPr>
          <p:spPr>
            <a:xfrm>
              <a:off x="6141091" y="1709711"/>
              <a:ext cx="173867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>
                  <a:solidFill>
                    <a:schemeClr val="tx1">
                      <a:lumMod val="75000"/>
                      <a:lumOff val="25000"/>
                    </a:schemeClr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阿里巴巴和七个小矮人" panose="00000500000000000000" charset="-122"/>
                  <a:sym typeface="阿里巴巴和七个小矮人" panose="00000500000000000000" charset="-122"/>
                </a:rPr>
                <a:t>·  </a:t>
              </a: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阿里巴巴和七个小矮人" panose="00000500000000000000" charset="-122"/>
                  <a:sym typeface="阿里巴巴和七个小矮人" panose="00000500000000000000" charset="-122"/>
                </a:rPr>
                <a:t>实拍景三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阿里巴巴和七个小矮人" panose="00000500000000000000" charset="-122"/>
                  <a:sym typeface="阿里巴巴和七个小矮人" panose="00000500000000000000" charset="-122"/>
                </a:rPr>
                <a:t>·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和七个小矮人" panose="00000500000000000000" charset="-122"/>
                <a:sym typeface="阿里巴巴和七个小矮人" panose="00000500000000000000" charset="-122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0F84B2D9-6B54-C774-1523-B5DCF95DF41F}"/>
                </a:ext>
              </a:extLst>
            </p:cNvPr>
            <p:cNvSpPr txBox="1"/>
            <p:nvPr/>
          </p:nvSpPr>
          <p:spPr>
            <a:xfrm>
              <a:off x="6120351" y="2206177"/>
              <a:ext cx="4594860" cy="36543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fontAlgn="auto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200" b="0" i="0" u="none" strike="noStrike" cap="none" spc="0" normalizeH="0" baseline="0">
                  <a:ln>
                    <a:noFill/>
                  </a:ln>
                  <a:solidFill>
                    <a:prstClr val="white">
                      <a:lumMod val="50000"/>
                      <a:alpha val="76000"/>
                    </a:prstClr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戏台歇山顶屋面，飞檐下均设软卷棚，挑梁上设悬钟雀替，顶部饰圆形螺旋状藻井；戏台有双层谯楼，二层南端设有化妆间、北端设有钟（鼓）楼；大殿明间正面设单开间拜亭，台基中部有一方拜石，穿斗式构架、歇山顶屋面，正面额枋下设券形挂落，顶部施圆形九级穹庐顶藻井；大殿面阔三间、进深五柱，穿斗式构架、硬山顶。</a:t>
              </a: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DCB43C4E-390F-7AE6-8D4B-36296B6905D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225" y="1889256"/>
            <a:ext cx="4963775" cy="372283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553454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 advClick="0" advTm="4000"/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Click="0" advTm="4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85B0D9-95B8-6F03-DC37-43D1E7D23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背景图案&#10;&#10;描述已自动生成">
            <a:extLst>
              <a:ext uri="{FF2B5EF4-FFF2-40B4-BE49-F238E27FC236}">
                <a16:creationId xmlns:a16="http://schemas.microsoft.com/office/drawing/2014/main" id="{38DD67ED-3340-B196-4188-C31BCF50E35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A687A3ED-6858-A12F-66D0-2CE4A9F80AF4}"/>
              </a:ext>
            </a:extLst>
          </p:cNvPr>
          <p:cNvSpPr/>
          <p:nvPr/>
        </p:nvSpPr>
        <p:spPr>
          <a:xfrm>
            <a:off x="320040" y="281940"/>
            <a:ext cx="11551920" cy="6294120"/>
          </a:xfrm>
          <a:prstGeom prst="rect">
            <a:avLst/>
          </a:prstGeom>
          <a:solidFill>
            <a:schemeClr val="bg1">
              <a:alpha val="4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阿里巴巴普惠体" panose="00020600040101010101" pitchFamily="18" charset="-122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42358FBE-D80A-F97F-22DC-FF369C8EBCA5}"/>
              </a:ext>
            </a:extLst>
          </p:cNvPr>
          <p:cNvGrpSpPr/>
          <p:nvPr/>
        </p:nvGrpSpPr>
        <p:grpSpPr>
          <a:xfrm>
            <a:off x="3848100" y="454729"/>
            <a:ext cx="4411980" cy="857262"/>
            <a:chOff x="3848100" y="454729"/>
            <a:chExt cx="4411980" cy="857262"/>
          </a:xfrm>
        </p:grpSpPr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2A0A2D58-3688-CD0C-F8C5-D4166B6D6A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3848100" y="454729"/>
              <a:ext cx="4411980" cy="857262"/>
            </a:xfrm>
            <a:prstGeom prst="rect">
              <a:avLst/>
            </a:prstGeom>
          </p:spPr>
        </p:pic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399B0819-9430-B751-13A4-D5EA8E68CFAC}"/>
                </a:ext>
              </a:extLst>
            </p:cNvPr>
            <p:cNvSpPr txBox="1"/>
            <p:nvPr/>
          </p:nvSpPr>
          <p:spPr>
            <a:xfrm>
              <a:off x="5065413" y="579120"/>
              <a:ext cx="2082147" cy="6591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algn="ctr" fontAlgn="auto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2500" b="0" i="0" u="none" strike="noStrike" cap="none" spc="0" normalizeH="0" baseline="0">
                  <a:ln w="0"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汉呈王久存行书" panose="02010601030101010101" pitchFamily="2" charset="-128"/>
                  <a:ea typeface="汉呈王久存行书" panose="02010601030101010101" pitchFamily="2" charset="-128"/>
                </a:defRPr>
              </a:lvl1pPr>
            </a:lstStyle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600" b="0" i="0" u="none" strike="noStrike" kern="1200" cap="none" spc="0" normalizeH="0" baseline="0" noProof="0" dirty="0">
                  <a:ln w="0"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Arial"/>
                </a:rPr>
                <a:t>走进镜头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18A56E97-F7C0-E2E5-7681-48768F2E0EF2}"/>
              </a:ext>
            </a:extLst>
          </p:cNvPr>
          <p:cNvGrpSpPr/>
          <p:nvPr/>
        </p:nvGrpSpPr>
        <p:grpSpPr>
          <a:xfrm>
            <a:off x="5578222" y="1681017"/>
            <a:ext cx="4594860" cy="4162708"/>
            <a:chOff x="6120351" y="1697803"/>
            <a:chExt cx="4594860" cy="4162708"/>
          </a:xfrm>
        </p:grpSpPr>
        <p:sp>
          <p:nvSpPr>
            <p:cNvPr id="15" name="任意多边形: 形状 14">
              <a:extLst>
                <a:ext uri="{FF2B5EF4-FFF2-40B4-BE49-F238E27FC236}">
                  <a16:creationId xmlns:a16="http://schemas.microsoft.com/office/drawing/2014/main" id="{88CA27AD-A91E-3C3A-13EF-FD23C0F971CE}"/>
                </a:ext>
              </a:extLst>
            </p:cNvPr>
            <p:cNvSpPr/>
            <p:nvPr/>
          </p:nvSpPr>
          <p:spPr>
            <a:xfrm>
              <a:off x="6163951" y="1697803"/>
              <a:ext cx="1570060" cy="400110"/>
            </a:xfrm>
            <a:custGeom>
              <a:avLst/>
              <a:gdLst>
                <a:gd name="connsiteX0" fmla="*/ 163828 w 2067952"/>
                <a:gd name="connsiteY0" fmla="*/ 0 h 365760"/>
                <a:gd name="connsiteX1" fmla="*/ 1919364 w 2067952"/>
                <a:gd name="connsiteY1" fmla="*/ 0 h 365760"/>
                <a:gd name="connsiteX2" fmla="*/ 2003182 w 2067952"/>
                <a:gd name="connsiteY2" fmla="*/ 83818 h 365760"/>
                <a:gd name="connsiteX3" fmla="*/ 2003182 w 2067952"/>
                <a:gd name="connsiteY3" fmla="*/ 85978 h 365760"/>
                <a:gd name="connsiteX4" fmla="*/ 2007367 w 2067952"/>
                <a:gd name="connsiteY4" fmla="*/ 86822 h 365760"/>
                <a:gd name="connsiteX5" fmla="*/ 2067952 w 2067952"/>
                <a:gd name="connsiteY5" fmla="*/ 178225 h 365760"/>
                <a:gd name="connsiteX6" fmla="*/ 2007367 w 2067952"/>
                <a:gd name="connsiteY6" fmla="*/ 269628 h 365760"/>
                <a:gd name="connsiteX7" fmla="*/ 2003182 w 2067952"/>
                <a:gd name="connsiteY7" fmla="*/ 270472 h 365760"/>
                <a:gd name="connsiteX8" fmla="*/ 2003182 w 2067952"/>
                <a:gd name="connsiteY8" fmla="*/ 281942 h 365760"/>
                <a:gd name="connsiteX9" fmla="*/ 1919364 w 2067952"/>
                <a:gd name="connsiteY9" fmla="*/ 365760 h 365760"/>
                <a:gd name="connsiteX10" fmla="*/ 163828 w 2067952"/>
                <a:gd name="connsiteY10" fmla="*/ 365760 h 365760"/>
                <a:gd name="connsiteX11" fmla="*/ 80010 w 2067952"/>
                <a:gd name="connsiteY11" fmla="*/ 281942 h 365760"/>
                <a:gd name="connsiteX12" fmla="*/ 80010 w 2067952"/>
                <a:gd name="connsiteY12" fmla="*/ 273549 h 365760"/>
                <a:gd name="connsiteX13" fmla="*/ 60586 w 2067952"/>
                <a:gd name="connsiteY13" fmla="*/ 269628 h 365760"/>
                <a:gd name="connsiteX14" fmla="*/ 0 w 2067952"/>
                <a:gd name="connsiteY14" fmla="*/ 178225 h 365760"/>
                <a:gd name="connsiteX15" fmla="*/ 60586 w 2067952"/>
                <a:gd name="connsiteY15" fmla="*/ 86822 h 365760"/>
                <a:gd name="connsiteX16" fmla="*/ 80203 w 2067952"/>
                <a:gd name="connsiteY16" fmla="*/ 82862 h 365760"/>
                <a:gd name="connsiteX17" fmla="*/ 86597 w 2067952"/>
                <a:gd name="connsiteY17" fmla="*/ 51192 h 365760"/>
                <a:gd name="connsiteX18" fmla="*/ 163828 w 2067952"/>
                <a:gd name="connsiteY18" fmla="*/ 0 h 365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67952" h="365760">
                  <a:moveTo>
                    <a:pt x="163828" y="0"/>
                  </a:moveTo>
                  <a:lnTo>
                    <a:pt x="1919364" y="0"/>
                  </a:lnTo>
                  <a:cubicBezTo>
                    <a:pt x="1965655" y="0"/>
                    <a:pt x="2003182" y="37527"/>
                    <a:pt x="2003182" y="83818"/>
                  </a:cubicBezTo>
                  <a:lnTo>
                    <a:pt x="2003182" y="85978"/>
                  </a:lnTo>
                  <a:lnTo>
                    <a:pt x="2007367" y="86822"/>
                  </a:lnTo>
                  <a:cubicBezTo>
                    <a:pt x="2042970" y="101881"/>
                    <a:pt x="2067952" y="137136"/>
                    <a:pt x="2067952" y="178225"/>
                  </a:cubicBezTo>
                  <a:cubicBezTo>
                    <a:pt x="2067952" y="219315"/>
                    <a:pt x="2042970" y="254569"/>
                    <a:pt x="2007367" y="269628"/>
                  </a:cubicBezTo>
                  <a:lnTo>
                    <a:pt x="2003182" y="270472"/>
                  </a:lnTo>
                  <a:lnTo>
                    <a:pt x="2003182" y="281942"/>
                  </a:lnTo>
                  <a:cubicBezTo>
                    <a:pt x="2003182" y="328233"/>
                    <a:pt x="1965655" y="365760"/>
                    <a:pt x="1919364" y="365760"/>
                  </a:cubicBezTo>
                  <a:lnTo>
                    <a:pt x="163828" y="365760"/>
                  </a:lnTo>
                  <a:cubicBezTo>
                    <a:pt x="117537" y="365760"/>
                    <a:pt x="80010" y="328233"/>
                    <a:pt x="80010" y="281942"/>
                  </a:cubicBezTo>
                  <a:lnTo>
                    <a:pt x="80010" y="273549"/>
                  </a:lnTo>
                  <a:lnTo>
                    <a:pt x="60586" y="269628"/>
                  </a:lnTo>
                  <a:cubicBezTo>
                    <a:pt x="24982" y="254569"/>
                    <a:pt x="0" y="219315"/>
                    <a:pt x="0" y="178225"/>
                  </a:cubicBezTo>
                  <a:cubicBezTo>
                    <a:pt x="0" y="137136"/>
                    <a:pt x="24982" y="101881"/>
                    <a:pt x="60586" y="86822"/>
                  </a:cubicBezTo>
                  <a:lnTo>
                    <a:pt x="80203" y="82862"/>
                  </a:lnTo>
                  <a:lnTo>
                    <a:pt x="86597" y="51192"/>
                  </a:lnTo>
                  <a:cubicBezTo>
                    <a:pt x="99321" y="21109"/>
                    <a:pt x="129110" y="0"/>
                    <a:pt x="163828" y="0"/>
                  </a:cubicBezTo>
                  <a:close/>
                </a:path>
              </a:pathLst>
            </a:custGeom>
            <a:solidFill>
              <a:srgbClr val="459A8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93599C1-4DBE-50B3-6C0A-46539CC3FCCA}"/>
                </a:ext>
              </a:extLst>
            </p:cNvPr>
            <p:cNvSpPr txBox="1"/>
            <p:nvPr/>
          </p:nvSpPr>
          <p:spPr>
            <a:xfrm>
              <a:off x="6141091" y="1709711"/>
              <a:ext cx="173867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>
                  <a:solidFill>
                    <a:schemeClr val="tx1">
                      <a:lumMod val="75000"/>
                      <a:lumOff val="25000"/>
                    </a:schemeClr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阿里巴巴和七个小矮人" panose="00000500000000000000" charset="-122"/>
                  <a:sym typeface="阿里巴巴和七个小矮人" panose="00000500000000000000" charset="-122"/>
                </a:rPr>
                <a:t>·  </a:t>
              </a: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阿里巴巴和七个小矮人" panose="00000500000000000000" charset="-122"/>
                  <a:sym typeface="阿里巴巴和七个小矮人" panose="00000500000000000000" charset="-122"/>
                </a:rPr>
                <a:t>实拍景四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阿里巴巴和七个小矮人" panose="00000500000000000000" charset="-122"/>
                  <a:sym typeface="阿里巴巴和七个小矮人" panose="00000500000000000000" charset="-122"/>
                </a:rPr>
                <a:t>·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和七个小矮人" panose="00000500000000000000" charset="-122"/>
                <a:sym typeface="阿里巴巴和七个小矮人" panose="00000500000000000000" charset="-122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BB75CDDC-4962-D622-DA95-63AD003C1E63}"/>
                </a:ext>
              </a:extLst>
            </p:cNvPr>
            <p:cNvSpPr txBox="1"/>
            <p:nvPr/>
          </p:nvSpPr>
          <p:spPr>
            <a:xfrm>
              <a:off x="6120351" y="2206177"/>
              <a:ext cx="4594860" cy="36543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fontAlgn="auto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200" b="0" i="0" u="none" strike="noStrike" cap="none" spc="0" normalizeH="0" baseline="0">
                  <a:ln>
                    <a:noFill/>
                  </a:ln>
                  <a:solidFill>
                    <a:prstClr val="white">
                      <a:lumMod val="50000"/>
                      <a:alpha val="76000"/>
                    </a:prstClr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正上方华丽的圆形藻井。它由复杂的木质构件通过榫卯结构层层叠叠构建而成，呈现出精致的几何网格纹理。藻井整体被涂成醒目的金黄色，中心部位还有一个类似太阳或花朵的图案，在光线的照射下显得金碧辉煌，极具视觉冲击力。藻井周围的屋顶结构则以深棕红色的木材为主，深色木梁与金色藻井形成了鲜明的色彩对比。</a:t>
              </a: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4E01B807-0169-C0F9-60D6-DF22DE4A24E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8918" y="1362632"/>
            <a:ext cx="3260004" cy="473572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671606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 advClick="0" advTm="4000"/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Click="0" advTm="4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F8D227-5FA6-FAA7-D2C3-2C47C1ADA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背景图案&#10;&#10;描述已自动生成">
            <a:extLst>
              <a:ext uri="{FF2B5EF4-FFF2-40B4-BE49-F238E27FC236}">
                <a16:creationId xmlns:a16="http://schemas.microsoft.com/office/drawing/2014/main" id="{EBE17D80-0DE3-1BF4-153A-05E619F8140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57B10521-5AD5-5EB0-98D7-0495245212F6}"/>
              </a:ext>
            </a:extLst>
          </p:cNvPr>
          <p:cNvSpPr/>
          <p:nvPr/>
        </p:nvSpPr>
        <p:spPr>
          <a:xfrm>
            <a:off x="320040" y="281940"/>
            <a:ext cx="11551920" cy="6294120"/>
          </a:xfrm>
          <a:prstGeom prst="rect">
            <a:avLst/>
          </a:prstGeom>
          <a:solidFill>
            <a:schemeClr val="bg1">
              <a:alpha val="4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阿里巴巴普惠体" panose="00020600040101010101" pitchFamily="18" charset="-122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8AA35FB4-CCF9-99AC-2B02-56B2EB0BCD67}"/>
              </a:ext>
            </a:extLst>
          </p:cNvPr>
          <p:cNvGrpSpPr/>
          <p:nvPr/>
        </p:nvGrpSpPr>
        <p:grpSpPr>
          <a:xfrm>
            <a:off x="3848100" y="454729"/>
            <a:ext cx="4411980" cy="857262"/>
            <a:chOff x="3848100" y="454729"/>
            <a:chExt cx="4411980" cy="857262"/>
          </a:xfrm>
        </p:grpSpPr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9BA59F50-3F15-DF44-D20B-EDE5E672C9D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3848100" y="454729"/>
              <a:ext cx="4411980" cy="857262"/>
            </a:xfrm>
            <a:prstGeom prst="rect">
              <a:avLst/>
            </a:prstGeom>
          </p:spPr>
        </p:pic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CDB74FBF-CE45-DDF9-FC5D-EDFF2667206D}"/>
                </a:ext>
              </a:extLst>
            </p:cNvPr>
            <p:cNvSpPr txBox="1"/>
            <p:nvPr/>
          </p:nvSpPr>
          <p:spPr>
            <a:xfrm>
              <a:off x="5065413" y="579120"/>
              <a:ext cx="2082147" cy="6591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algn="ctr" fontAlgn="auto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2500" b="0" i="0" u="none" strike="noStrike" cap="none" spc="0" normalizeH="0" baseline="0">
                  <a:ln w="0"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汉呈王久存行书" panose="02010601030101010101" pitchFamily="2" charset="-128"/>
                  <a:ea typeface="汉呈王久存行书" panose="02010601030101010101" pitchFamily="2" charset="-128"/>
                </a:defRPr>
              </a:lvl1pPr>
            </a:lstStyle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600" b="0" i="0" u="none" strike="noStrike" kern="1200" cap="none" spc="0" normalizeH="0" baseline="0" noProof="0" dirty="0">
                  <a:ln w="0"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Arial"/>
                </a:rPr>
                <a:t>走进镜头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4063D90E-2721-FDF6-01FA-B686860ED6AB}"/>
              </a:ext>
            </a:extLst>
          </p:cNvPr>
          <p:cNvGrpSpPr/>
          <p:nvPr/>
        </p:nvGrpSpPr>
        <p:grpSpPr>
          <a:xfrm>
            <a:off x="6464915" y="1669317"/>
            <a:ext cx="4594860" cy="3762598"/>
            <a:chOff x="6120351" y="1697803"/>
            <a:chExt cx="4594860" cy="3762598"/>
          </a:xfrm>
        </p:grpSpPr>
        <p:sp>
          <p:nvSpPr>
            <p:cNvPr id="15" name="任意多边形: 形状 14">
              <a:extLst>
                <a:ext uri="{FF2B5EF4-FFF2-40B4-BE49-F238E27FC236}">
                  <a16:creationId xmlns:a16="http://schemas.microsoft.com/office/drawing/2014/main" id="{937D3507-2642-9C10-F3E3-8B6E2548F14D}"/>
                </a:ext>
              </a:extLst>
            </p:cNvPr>
            <p:cNvSpPr/>
            <p:nvPr/>
          </p:nvSpPr>
          <p:spPr>
            <a:xfrm>
              <a:off x="6163951" y="1697803"/>
              <a:ext cx="1570060" cy="400110"/>
            </a:xfrm>
            <a:custGeom>
              <a:avLst/>
              <a:gdLst>
                <a:gd name="connsiteX0" fmla="*/ 163828 w 2067952"/>
                <a:gd name="connsiteY0" fmla="*/ 0 h 365760"/>
                <a:gd name="connsiteX1" fmla="*/ 1919364 w 2067952"/>
                <a:gd name="connsiteY1" fmla="*/ 0 h 365760"/>
                <a:gd name="connsiteX2" fmla="*/ 2003182 w 2067952"/>
                <a:gd name="connsiteY2" fmla="*/ 83818 h 365760"/>
                <a:gd name="connsiteX3" fmla="*/ 2003182 w 2067952"/>
                <a:gd name="connsiteY3" fmla="*/ 85978 h 365760"/>
                <a:gd name="connsiteX4" fmla="*/ 2007367 w 2067952"/>
                <a:gd name="connsiteY4" fmla="*/ 86822 h 365760"/>
                <a:gd name="connsiteX5" fmla="*/ 2067952 w 2067952"/>
                <a:gd name="connsiteY5" fmla="*/ 178225 h 365760"/>
                <a:gd name="connsiteX6" fmla="*/ 2007367 w 2067952"/>
                <a:gd name="connsiteY6" fmla="*/ 269628 h 365760"/>
                <a:gd name="connsiteX7" fmla="*/ 2003182 w 2067952"/>
                <a:gd name="connsiteY7" fmla="*/ 270472 h 365760"/>
                <a:gd name="connsiteX8" fmla="*/ 2003182 w 2067952"/>
                <a:gd name="connsiteY8" fmla="*/ 281942 h 365760"/>
                <a:gd name="connsiteX9" fmla="*/ 1919364 w 2067952"/>
                <a:gd name="connsiteY9" fmla="*/ 365760 h 365760"/>
                <a:gd name="connsiteX10" fmla="*/ 163828 w 2067952"/>
                <a:gd name="connsiteY10" fmla="*/ 365760 h 365760"/>
                <a:gd name="connsiteX11" fmla="*/ 80010 w 2067952"/>
                <a:gd name="connsiteY11" fmla="*/ 281942 h 365760"/>
                <a:gd name="connsiteX12" fmla="*/ 80010 w 2067952"/>
                <a:gd name="connsiteY12" fmla="*/ 273549 h 365760"/>
                <a:gd name="connsiteX13" fmla="*/ 60586 w 2067952"/>
                <a:gd name="connsiteY13" fmla="*/ 269628 h 365760"/>
                <a:gd name="connsiteX14" fmla="*/ 0 w 2067952"/>
                <a:gd name="connsiteY14" fmla="*/ 178225 h 365760"/>
                <a:gd name="connsiteX15" fmla="*/ 60586 w 2067952"/>
                <a:gd name="connsiteY15" fmla="*/ 86822 h 365760"/>
                <a:gd name="connsiteX16" fmla="*/ 80203 w 2067952"/>
                <a:gd name="connsiteY16" fmla="*/ 82862 h 365760"/>
                <a:gd name="connsiteX17" fmla="*/ 86597 w 2067952"/>
                <a:gd name="connsiteY17" fmla="*/ 51192 h 365760"/>
                <a:gd name="connsiteX18" fmla="*/ 163828 w 2067952"/>
                <a:gd name="connsiteY18" fmla="*/ 0 h 365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67952" h="365760">
                  <a:moveTo>
                    <a:pt x="163828" y="0"/>
                  </a:moveTo>
                  <a:lnTo>
                    <a:pt x="1919364" y="0"/>
                  </a:lnTo>
                  <a:cubicBezTo>
                    <a:pt x="1965655" y="0"/>
                    <a:pt x="2003182" y="37527"/>
                    <a:pt x="2003182" y="83818"/>
                  </a:cubicBezTo>
                  <a:lnTo>
                    <a:pt x="2003182" y="85978"/>
                  </a:lnTo>
                  <a:lnTo>
                    <a:pt x="2007367" y="86822"/>
                  </a:lnTo>
                  <a:cubicBezTo>
                    <a:pt x="2042970" y="101881"/>
                    <a:pt x="2067952" y="137136"/>
                    <a:pt x="2067952" y="178225"/>
                  </a:cubicBezTo>
                  <a:cubicBezTo>
                    <a:pt x="2067952" y="219315"/>
                    <a:pt x="2042970" y="254569"/>
                    <a:pt x="2007367" y="269628"/>
                  </a:cubicBezTo>
                  <a:lnTo>
                    <a:pt x="2003182" y="270472"/>
                  </a:lnTo>
                  <a:lnTo>
                    <a:pt x="2003182" y="281942"/>
                  </a:lnTo>
                  <a:cubicBezTo>
                    <a:pt x="2003182" y="328233"/>
                    <a:pt x="1965655" y="365760"/>
                    <a:pt x="1919364" y="365760"/>
                  </a:cubicBezTo>
                  <a:lnTo>
                    <a:pt x="163828" y="365760"/>
                  </a:lnTo>
                  <a:cubicBezTo>
                    <a:pt x="117537" y="365760"/>
                    <a:pt x="80010" y="328233"/>
                    <a:pt x="80010" y="281942"/>
                  </a:cubicBezTo>
                  <a:lnTo>
                    <a:pt x="80010" y="273549"/>
                  </a:lnTo>
                  <a:lnTo>
                    <a:pt x="60586" y="269628"/>
                  </a:lnTo>
                  <a:cubicBezTo>
                    <a:pt x="24982" y="254569"/>
                    <a:pt x="0" y="219315"/>
                    <a:pt x="0" y="178225"/>
                  </a:cubicBezTo>
                  <a:cubicBezTo>
                    <a:pt x="0" y="137136"/>
                    <a:pt x="24982" y="101881"/>
                    <a:pt x="60586" y="86822"/>
                  </a:cubicBezTo>
                  <a:lnTo>
                    <a:pt x="80203" y="82862"/>
                  </a:lnTo>
                  <a:lnTo>
                    <a:pt x="86597" y="51192"/>
                  </a:lnTo>
                  <a:cubicBezTo>
                    <a:pt x="99321" y="21109"/>
                    <a:pt x="129110" y="0"/>
                    <a:pt x="163828" y="0"/>
                  </a:cubicBezTo>
                  <a:close/>
                </a:path>
              </a:pathLst>
            </a:custGeom>
            <a:solidFill>
              <a:srgbClr val="459A8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57FC9C89-C6BA-4809-8030-12E6B4AB6FE5}"/>
                </a:ext>
              </a:extLst>
            </p:cNvPr>
            <p:cNvSpPr txBox="1"/>
            <p:nvPr/>
          </p:nvSpPr>
          <p:spPr>
            <a:xfrm>
              <a:off x="6141091" y="1709711"/>
              <a:ext cx="173867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>
                  <a:solidFill>
                    <a:schemeClr val="tx1">
                      <a:lumMod val="75000"/>
                      <a:lumOff val="25000"/>
                    </a:schemeClr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阿里巴巴和七个小矮人" panose="00000500000000000000" charset="-122"/>
                  <a:sym typeface="阿里巴巴和七个小矮人" panose="00000500000000000000" charset="-122"/>
                </a:rPr>
                <a:t>·  </a:t>
              </a: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阿里巴巴和七个小矮人" panose="00000500000000000000" charset="-122"/>
                  <a:sym typeface="阿里巴巴和七个小矮人" panose="00000500000000000000" charset="-122"/>
                </a:rPr>
                <a:t>实拍景</a:t>
              </a:r>
              <a:r>
                <a:rPr lang="zh-CN" altLang="en-US" sz="2000" dirty="0">
                  <a:solidFill>
                    <a:prstClr val="white">
                      <a:lumMod val="95000"/>
                    </a:prst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阿里巴巴和七个小矮人" panose="00000500000000000000" charset="-122"/>
                  <a:sym typeface="阿里巴巴和七个小矮人" panose="00000500000000000000" charset="-122"/>
                </a:rPr>
                <a:t>五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阿里巴巴和七个小矮人" panose="00000500000000000000" charset="-122"/>
                  <a:sym typeface="阿里巴巴和七个小矮人" panose="00000500000000000000" charset="-122"/>
                </a:rPr>
                <a:t>·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和七个小矮人" panose="00000500000000000000" charset="-122"/>
                <a:sym typeface="阿里巴巴和七个小矮人" panose="00000500000000000000" charset="-122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02C72ADE-679A-D5DF-8193-0C55E400CF44}"/>
                </a:ext>
              </a:extLst>
            </p:cNvPr>
            <p:cNvSpPr txBox="1"/>
            <p:nvPr/>
          </p:nvSpPr>
          <p:spPr>
            <a:xfrm>
              <a:off x="6120351" y="2206177"/>
              <a:ext cx="4594860" cy="32542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fontAlgn="auto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200" b="0" i="0" u="none" strike="noStrike" cap="none" spc="0" normalizeH="0" baseline="0">
                  <a:ln>
                    <a:noFill/>
                  </a:ln>
                  <a:solidFill>
                    <a:prstClr val="white">
                      <a:lumMod val="50000"/>
                      <a:alpha val="76000"/>
                    </a:prstClr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在立柱之间的墙面上，悬挂着多幅白底黑字的卷轴书法作品。这些书法字体苍劲有力，虽然部分字迹受角度影响不太完整，但依稀可以辨认出“禮”、“義”、“廉”、“恥”、“忠”、“信”等传统儒家道德准则的字样，为整个空间增添了浓厚的文化气息和肃穆感。</a:t>
              </a: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67AFCCAA-E05F-29BD-7988-165A8A9B3E1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320" y="1681225"/>
            <a:ext cx="5253295" cy="393997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08446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 advClick="0" advTm="4000"/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Click="0" advTm="4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背景图案&#10;&#10;描述已自动生成"/>
          <p:cNvPicPr>
            <a:picLocks noChangeAspect="1"/>
          </p:cNvPicPr>
          <p:nvPr/>
        </p:nvPicPr>
        <p:blipFill>
          <a:blip r:embed="rId3" cstate="email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3" name="图片 2" descr="背景图案&#10;&#10;中度可信度描述已自动生成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9342"/>
            <a:ext cx="12192000" cy="6839316"/>
          </a:xfrm>
          <a:custGeom>
            <a:avLst/>
            <a:gdLst>
              <a:gd name="connsiteX0" fmla="*/ 0 w 12192000"/>
              <a:gd name="connsiteY0" fmla="*/ 0 h 6839316"/>
              <a:gd name="connsiteX1" fmla="*/ 12192000 w 12192000"/>
              <a:gd name="connsiteY1" fmla="*/ 0 h 6839316"/>
              <a:gd name="connsiteX2" fmla="*/ 12192000 w 12192000"/>
              <a:gd name="connsiteY2" fmla="*/ 6839316 h 6839316"/>
              <a:gd name="connsiteX3" fmla="*/ 0 w 12192000"/>
              <a:gd name="connsiteY3" fmla="*/ 6839316 h 6839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39316">
                <a:moveTo>
                  <a:pt x="0" y="0"/>
                </a:moveTo>
                <a:lnTo>
                  <a:pt x="12192000" y="0"/>
                </a:lnTo>
                <a:lnTo>
                  <a:pt x="12192000" y="6839316"/>
                </a:lnTo>
                <a:lnTo>
                  <a:pt x="0" y="6839316"/>
                </a:lnTo>
                <a:close/>
              </a:path>
            </a:pathLst>
          </a:custGeom>
        </p:spPr>
      </p:pic>
      <p:sp>
        <p:nvSpPr>
          <p:cNvPr id="32" name="椭圆 31"/>
          <p:cNvSpPr/>
          <p:nvPr/>
        </p:nvSpPr>
        <p:spPr>
          <a:xfrm>
            <a:off x="2817256" y="0"/>
            <a:ext cx="6557487" cy="5924408"/>
          </a:xfrm>
          <a:prstGeom prst="ellipse">
            <a:avLst/>
          </a:prstGeom>
          <a:gradFill flip="none" rotWithShape="1">
            <a:gsLst>
              <a:gs pos="16000">
                <a:schemeClr val="bg1"/>
              </a:gs>
              <a:gs pos="38000">
                <a:schemeClr val="bg1">
                  <a:alpha val="76000"/>
                </a:schemeClr>
              </a:gs>
              <a:gs pos="72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5403646" y="878892"/>
            <a:ext cx="1399952" cy="1252851"/>
            <a:chOff x="2934893" y="2654989"/>
            <a:chExt cx="930961" cy="833140"/>
          </a:xfrm>
        </p:grpSpPr>
        <p:sp>
          <p:nvSpPr>
            <p:cNvPr id="11" name="任意多边形: 形状 10"/>
            <p:cNvSpPr/>
            <p:nvPr/>
          </p:nvSpPr>
          <p:spPr>
            <a:xfrm>
              <a:off x="2934893" y="2654989"/>
              <a:ext cx="920825" cy="833139"/>
            </a:xfrm>
            <a:custGeom>
              <a:avLst/>
              <a:gdLst>
                <a:gd name="connsiteX0" fmla="*/ 222739 w 1373232"/>
                <a:gd name="connsiteY0" fmla="*/ 0 h 1227302"/>
                <a:gd name="connsiteX1" fmla="*/ 1171595 w 1373232"/>
                <a:gd name="connsiteY1" fmla="*/ 0 h 1227302"/>
                <a:gd name="connsiteX2" fmla="*/ 1171595 w 1373232"/>
                <a:gd name="connsiteY2" fmla="*/ 218273 h 1227302"/>
                <a:gd name="connsiteX3" fmla="*/ 1373232 w 1373232"/>
                <a:gd name="connsiteY3" fmla="*/ 218273 h 1227302"/>
                <a:gd name="connsiteX4" fmla="*/ 1373232 w 1373232"/>
                <a:gd name="connsiteY4" fmla="*/ 1009029 h 1227302"/>
                <a:gd name="connsiteX5" fmla="*/ 1150493 w 1373232"/>
                <a:gd name="connsiteY5" fmla="*/ 1009029 h 1227302"/>
                <a:gd name="connsiteX6" fmla="*/ 1150493 w 1373232"/>
                <a:gd name="connsiteY6" fmla="*/ 1227302 h 1227302"/>
                <a:gd name="connsiteX7" fmla="*/ 201637 w 1373232"/>
                <a:gd name="connsiteY7" fmla="*/ 1227302 h 1227302"/>
                <a:gd name="connsiteX8" fmla="*/ 201637 w 1373232"/>
                <a:gd name="connsiteY8" fmla="*/ 1009029 h 1227302"/>
                <a:gd name="connsiteX9" fmla="*/ 0 w 1373232"/>
                <a:gd name="connsiteY9" fmla="*/ 1009029 h 1227302"/>
                <a:gd name="connsiteX10" fmla="*/ 0 w 1373232"/>
                <a:gd name="connsiteY10" fmla="*/ 218273 h 1227302"/>
                <a:gd name="connsiteX11" fmla="*/ 222739 w 1373232"/>
                <a:gd name="connsiteY11" fmla="*/ 218273 h 1227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73232" h="1227302">
                  <a:moveTo>
                    <a:pt x="222739" y="0"/>
                  </a:moveTo>
                  <a:lnTo>
                    <a:pt x="1171595" y="0"/>
                  </a:lnTo>
                  <a:lnTo>
                    <a:pt x="1171595" y="218273"/>
                  </a:lnTo>
                  <a:lnTo>
                    <a:pt x="1373232" y="218273"/>
                  </a:lnTo>
                  <a:lnTo>
                    <a:pt x="1373232" y="1009029"/>
                  </a:lnTo>
                  <a:lnTo>
                    <a:pt x="1150493" y="1009029"/>
                  </a:lnTo>
                  <a:lnTo>
                    <a:pt x="1150493" y="1227302"/>
                  </a:lnTo>
                  <a:lnTo>
                    <a:pt x="201637" y="1227302"/>
                  </a:lnTo>
                  <a:lnTo>
                    <a:pt x="201637" y="1009029"/>
                  </a:lnTo>
                  <a:lnTo>
                    <a:pt x="0" y="1009029"/>
                  </a:lnTo>
                  <a:lnTo>
                    <a:pt x="0" y="218273"/>
                  </a:lnTo>
                  <a:lnTo>
                    <a:pt x="222739" y="218273"/>
                  </a:lnTo>
                  <a:close/>
                </a:path>
              </a:pathLst>
            </a:custGeom>
            <a:solidFill>
              <a:srgbClr val="2B848B"/>
            </a:solidFill>
            <a:ln w="25400">
              <a:solidFill>
                <a:srgbClr val="FFD19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1410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2945029" y="2689916"/>
              <a:ext cx="920825" cy="79821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7200" b="0" i="0" u="none" strike="noStrike" kern="1200" cap="none" spc="0" normalizeH="0" baseline="0" noProof="0" dirty="0">
                  <a:ln w="0">
                    <a:noFill/>
                  </a:ln>
                  <a:solidFill>
                    <a:prstClr val="white"/>
                  </a:solidFill>
                  <a:effectLst>
                    <a:outerShdw blurRad="50800" dist="38100" dir="2700000" algn="tl" rotWithShape="0">
                      <a:prstClr val="black">
                        <a:alpha val="8000"/>
                      </a:prstClr>
                    </a:outerShdw>
                  </a:effectLst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cs"/>
                </a:rPr>
                <a:t>叁</a:t>
              </a: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2053626" y="2289516"/>
            <a:ext cx="8115229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2500" b="0" i="0" u="none" strike="noStrike" cap="none" spc="0" normalizeH="0" baseline="0">
                <a:ln w="0"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汉呈王久存行书" panose="02010601030101010101" pitchFamily="2" charset="-128"/>
                <a:ea typeface="汉呈王久存行书" panose="02010601030101010101" pitchFamily="2" charset="-128"/>
              </a:defRPr>
            </a:lvl1pPr>
          </a:lstStyle>
          <a:p>
            <a:pPr lvl="0">
              <a:defRPr/>
            </a:pPr>
            <a:r>
              <a:rPr lang="zh-CN" altLang="en-US" sz="10400" dirty="0"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视频经验</a:t>
            </a:r>
          </a:p>
        </p:txBody>
      </p:sp>
      <p:sp>
        <p:nvSpPr>
          <p:cNvPr id="8" name="PA-文本框 64"/>
          <p:cNvSpPr txBox="1"/>
          <p:nvPr>
            <p:custDataLst>
              <p:tags r:id="rId1"/>
            </p:custDataLst>
          </p:nvPr>
        </p:nvSpPr>
        <p:spPr>
          <a:xfrm>
            <a:off x="2442749" y="3881388"/>
            <a:ext cx="7306503" cy="461665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cs typeface="阿里巴巴普惠体" panose="00020600040101010101" pitchFamily="18" charset="-122"/>
              </a:rPr>
              <a:t>整个大厅结构严谨对称，色调以深沉的红棕色、灰白色和点缀的金色为主，营造出一种雄伟、庄重且充满历史文化底蕴的氛围。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</a:endParaRPr>
          </a:p>
        </p:txBody>
      </p:sp>
      <p:pic>
        <p:nvPicPr>
          <p:cNvPr id="4" name="图片 3" descr="卡通人物&#10;&#10;中度可信度描述已自动生成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4980550" y="4892040"/>
            <a:ext cx="1823046" cy="18230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 advClick="0" advTm="4000"/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Click="0" advTm="4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10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背景图案&#10;&#10;描述已自动生成"/>
          <p:cNvPicPr>
            <a:picLocks noChangeAspect="1"/>
          </p:cNvPicPr>
          <p:nvPr/>
        </p:nvPicPr>
        <p:blipFill>
          <a:blip r:embed="rId2" cstate="email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矩形 1"/>
          <p:cNvSpPr/>
          <p:nvPr/>
        </p:nvSpPr>
        <p:spPr>
          <a:xfrm>
            <a:off x="320040" y="281940"/>
            <a:ext cx="11551920" cy="6294120"/>
          </a:xfrm>
          <a:prstGeom prst="rect">
            <a:avLst/>
          </a:prstGeom>
          <a:solidFill>
            <a:schemeClr val="bg1">
              <a:alpha val="4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阿里巴巴普惠体" panose="00020600040101010101" pitchFamily="18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122538" y="353966"/>
            <a:ext cx="2700981" cy="508802"/>
            <a:chOff x="3848100" y="454729"/>
            <a:chExt cx="4411980" cy="857262"/>
          </a:xfrm>
        </p:grpSpPr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3848100" y="454729"/>
              <a:ext cx="4411980" cy="857262"/>
            </a:xfrm>
            <a:prstGeom prst="rect">
              <a:avLst/>
            </a:prstGeom>
          </p:spPr>
        </p:pic>
        <p:sp>
          <p:nvSpPr>
            <p:cNvPr id="4" name="文本框 3"/>
            <p:cNvSpPr txBox="1"/>
            <p:nvPr/>
          </p:nvSpPr>
          <p:spPr>
            <a:xfrm>
              <a:off x="5065413" y="579121"/>
              <a:ext cx="2082147" cy="6741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algn="ctr" fontAlgn="auto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2500" b="0" i="0" u="none" strike="noStrike" cap="none" spc="0" normalizeH="0" baseline="0">
                  <a:ln w="0"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汉呈王久存行书" panose="02010601030101010101" pitchFamily="2" charset="-128"/>
                  <a:ea typeface="汉呈王久存行书" panose="02010601030101010101" pitchFamily="2" charset="-128"/>
                </a:defRPr>
              </a:lvl1pPr>
            </a:lstStyle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 w="0"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cs"/>
                </a:rPr>
                <a:t>视频经验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 advClick="0" advTm="4000"/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Click="0" advTm="4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背景图案&#10;&#10;描述已自动生成"/>
          <p:cNvPicPr>
            <a:picLocks noChangeAspect="1"/>
          </p:cNvPicPr>
          <p:nvPr/>
        </p:nvPicPr>
        <p:blipFill>
          <a:blip r:embed="rId3" cstate="email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3" name="图片 2" descr="背景图案&#10;&#10;中度可信度描述已自动生成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9342"/>
            <a:ext cx="12192000" cy="6839316"/>
          </a:xfrm>
          <a:custGeom>
            <a:avLst/>
            <a:gdLst>
              <a:gd name="connsiteX0" fmla="*/ 0 w 12192000"/>
              <a:gd name="connsiteY0" fmla="*/ 0 h 6839316"/>
              <a:gd name="connsiteX1" fmla="*/ 12192000 w 12192000"/>
              <a:gd name="connsiteY1" fmla="*/ 0 h 6839316"/>
              <a:gd name="connsiteX2" fmla="*/ 12192000 w 12192000"/>
              <a:gd name="connsiteY2" fmla="*/ 6839316 h 6839316"/>
              <a:gd name="connsiteX3" fmla="*/ 0 w 12192000"/>
              <a:gd name="connsiteY3" fmla="*/ 6839316 h 6839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39316">
                <a:moveTo>
                  <a:pt x="0" y="0"/>
                </a:moveTo>
                <a:lnTo>
                  <a:pt x="12192000" y="0"/>
                </a:lnTo>
                <a:lnTo>
                  <a:pt x="12192000" y="6839316"/>
                </a:lnTo>
                <a:lnTo>
                  <a:pt x="0" y="6839316"/>
                </a:lnTo>
                <a:close/>
              </a:path>
            </a:pathLst>
          </a:custGeom>
        </p:spPr>
      </p:pic>
      <p:sp>
        <p:nvSpPr>
          <p:cNvPr id="32" name="椭圆 31"/>
          <p:cNvSpPr/>
          <p:nvPr/>
        </p:nvSpPr>
        <p:spPr>
          <a:xfrm>
            <a:off x="2817256" y="0"/>
            <a:ext cx="6557487" cy="5924408"/>
          </a:xfrm>
          <a:prstGeom prst="ellipse">
            <a:avLst/>
          </a:prstGeom>
          <a:gradFill flip="none" rotWithShape="1">
            <a:gsLst>
              <a:gs pos="16000">
                <a:schemeClr val="bg1"/>
              </a:gs>
              <a:gs pos="38000">
                <a:schemeClr val="bg1">
                  <a:alpha val="76000"/>
                </a:schemeClr>
              </a:gs>
              <a:gs pos="72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5403646" y="878892"/>
            <a:ext cx="1399952" cy="1252851"/>
            <a:chOff x="2934893" y="2654989"/>
            <a:chExt cx="930961" cy="833140"/>
          </a:xfrm>
        </p:grpSpPr>
        <p:sp>
          <p:nvSpPr>
            <p:cNvPr id="11" name="任意多边形: 形状 10"/>
            <p:cNvSpPr/>
            <p:nvPr/>
          </p:nvSpPr>
          <p:spPr>
            <a:xfrm>
              <a:off x="2934893" y="2654989"/>
              <a:ext cx="920825" cy="833139"/>
            </a:xfrm>
            <a:custGeom>
              <a:avLst/>
              <a:gdLst>
                <a:gd name="connsiteX0" fmla="*/ 222739 w 1373232"/>
                <a:gd name="connsiteY0" fmla="*/ 0 h 1227302"/>
                <a:gd name="connsiteX1" fmla="*/ 1171595 w 1373232"/>
                <a:gd name="connsiteY1" fmla="*/ 0 h 1227302"/>
                <a:gd name="connsiteX2" fmla="*/ 1171595 w 1373232"/>
                <a:gd name="connsiteY2" fmla="*/ 218273 h 1227302"/>
                <a:gd name="connsiteX3" fmla="*/ 1373232 w 1373232"/>
                <a:gd name="connsiteY3" fmla="*/ 218273 h 1227302"/>
                <a:gd name="connsiteX4" fmla="*/ 1373232 w 1373232"/>
                <a:gd name="connsiteY4" fmla="*/ 1009029 h 1227302"/>
                <a:gd name="connsiteX5" fmla="*/ 1150493 w 1373232"/>
                <a:gd name="connsiteY5" fmla="*/ 1009029 h 1227302"/>
                <a:gd name="connsiteX6" fmla="*/ 1150493 w 1373232"/>
                <a:gd name="connsiteY6" fmla="*/ 1227302 h 1227302"/>
                <a:gd name="connsiteX7" fmla="*/ 201637 w 1373232"/>
                <a:gd name="connsiteY7" fmla="*/ 1227302 h 1227302"/>
                <a:gd name="connsiteX8" fmla="*/ 201637 w 1373232"/>
                <a:gd name="connsiteY8" fmla="*/ 1009029 h 1227302"/>
                <a:gd name="connsiteX9" fmla="*/ 0 w 1373232"/>
                <a:gd name="connsiteY9" fmla="*/ 1009029 h 1227302"/>
                <a:gd name="connsiteX10" fmla="*/ 0 w 1373232"/>
                <a:gd name="connsiteY10" fmla="*/ 218273 h 1227302"/>
                <a:gd name="connsiteX11" fmla="*/ 222739 w 1373232"/>
                <a:gd name="connsiteY11" fmla="*/ 218273 h 1227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73232" h="1227302">
                  <a:moveTo>
                    <a:pt x="222739" y="0"/>
                  </a:moveTo>
                  <a:lnTo>
                    <a:pt x="1171595" y="0"/>
                  </a:lnTo>
                  <a:lnTo>
                    <a:pt x="1171595" y="218273"/>
                  </a:lnTo>
                  <a:lnTo>
                    <a:pt x="1373232" y="218273"/>
                  </a:lnTo>
                  <a:lnTo>
                    <a:pt x="1373232" y="1009029"/>
                  </a:lnTo>
                  <a:lnTo>
                    <a:pt x="1150493" y="1009029"/>
                  </a:lnTo>
                  <a:lnTo>
                    <a:pt x="1150493" y="1227302"/>
                  </a:lnTo>
                  <a:lnTo>
                    <a:pt x="201637" y="1227302"/>
                  </a:lnTo>
                  <a:lnTo>
                    <a:pt x="201637" y="1009029"/>
                  </a:lnTo>
                  <a:lnTo>
                    <a:pt x="0" y="1009029"/>
                  </a:lnTo>
                  <a:lnTo>
                    <a:pt x="0" y="218273"/>
                  </a:lnTo>
                  <a:lnTo>
                    <a:pt x="222739" y="218273"/>
                  </a:lnTo>
                  <a:close/>
                </a:path>
              </a:pathLst>
            </a:custGeom>
            <a:solidFill>
              <a:srgbClr val="2B848B"/>
            </a:solidFill>
            <a:ln w="25400">
              <a:solidFill>
                <a:srgbClr val="FFD19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1410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2945029" y="2689916"/>
              <a:ext cx="920825" cy="79821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7200" b="0" i="0" u="none" strike="noStrike" kern="1200" cap="none" spc="0" normalizeH="0" baseline="0" noProof="0" dirty="0">
                  <a:ln w="0">
                    <a:noFill/>
                  </a:ln>
                  <a:solidFill>
                    <a:prstClr val="white"/>
                  </a:solidFill>
                  <a:effectLst>
                    <a:outerShdw blurRad="50800" dist="38100" dir="2700000" algn="tl" rotWithShape="0">
                      <a:prstClr val="black">
                        <a:alpha val="8000"/>
                      </a:prstClr>
                    </a:outerShdw>
                  </a:effectLst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cs"/>
                </a:rPr>
                <a:t>肆</a:t>
              </a: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2053626" y="2289516"/>
            <a:ext cx="8115229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2500" b="0" i="0" u="none" strike="noStrike" cap="none" spc="0" normalizeH="0" baseline="0">
                <a:ln w="0"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汉呈王久存行书" panose="02010601030101010101" pitchFamily="2" charset="-128"/>
                <a:ea typeface="汉呈王久存行书" panose="02010601030101010101" pitchFamily="2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400" b="0" i="0" u="none" strike="noStrike" kern="1200" cap="none" spc="0" normalizeH="0" baseline="0" noProof="0" dirty="0">
                <a:ln w="0"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+mn-cs"/>
              </a:rPr>
              <a:t>活动总结</a:t>
            </a:r>
          </a:p>
        </p:txBody>
      </p:sp>
      <p:sp>
        <p:nvSpPr>
          <p:cNvPr id="8" name="PA-文本框 64"/>
          <p:cNvSpPr txBox="1"/>
          <p:nvPr>
            <p:custDataLst>
              <p:tags r:id="rId1"/>
            </p:custDataLst>
          </p:nvPr>
        </p:nvSpPr>
        <p:spPr>
          <a:xfrm>
            <a:off x="2442749" y="3881388"/>
            <a:ext cx="7306503" cy="646331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cs typeface="阿里巴巴普惠体" panose="00020600040101010101" pitchFamily="18" charset="-122"/>
              </a:rPr>
              <a:t>福州古田会馆是由古田籍商人群体集资建造的商贸活动场所。会馆位于福州市台江区苍霞街道同德路</a:t>
            </a:r>
            <a:r>
              <a:rPr lang="en-US" altLang="zh-CN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cs typeface="阿里巴巴普惠体" panose="00020600040101010101" pitchFamily="18" charset="-122"/>
              </a:rPr>
              <a:t>2</a:t>
            </a:r>
            <a:r>
              <a:rPr lang="zh-CN" alt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cs typeface="阿里巴巴普惠体" panose="00020600040101010101" pitchFamily="18" charset="-122"/>
              </a:rPr>
              <a:t>号（白马路与同德路交界处），占地约</a:t>
            </a:r>
            <a:r>
              <a:rPr lang="en-US" altLang="zh-CN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cs typeface="阿里巴巴普惠体" panose="00020600040101010101" pitchFamily="18" charset="-122"/>
              </a:rPr>
              <a:t>683</a:t>
            </a:r>
            <a:r>
              <a:rPr lang="zh-CN" alt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cs typeface="阿里巴巴普惠体" panose="00020600040101010101" pitchFamily="18" charset="-122"/>
              </a:rPr>
              <a:t>平方米，建筑包含戏台、谯楼、拜亭等典型民国会馆元素，门额嵌有“天后宫”与“古田会馆”石碑，主祀海神妈祖。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</a:endParaRPr>
          </a:p>
        </p:txBody>
      </p:sp>
      <p:pic>
        <p:nvPicPr>
          <p:cNvPr id="4" name="图片 3" descr="卡通人物&#10;&#10;中度可信度描述已自动生成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4980550" y="4892040"/>
            <a:ext cx="1823046" cy="18230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 advClick="0" advTm="4000"/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Click="0" advTm="4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10" grpId="0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背景图案&#10;&#10;描述已自动生成"/>
          <p:cNvPicPr>
            <a:picLocks noChangeAspect="1"/>
          </p:cNvPicPr>
          <p:nvPr/>
        </p:nvPicPr>
        <p:blipFill>
          <a:blip r:embed="rId2" cstate="email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矩形 1"/>
          <p:cNvSpPr/>
          <p:nvPr/>
        </p:nvSpPr>
        <p:spPr>
          <a:xfrm>
            <a:off x="320040" y="281940"/>
            <a:ext cx="11551920" cy="6294120"/>
          </a:xfrm>
          <a:prstGeom prst="rect">
            <a:avLst/>
          </a:prstGeom>
          <a:solidFill>
            <a:schemeClr val="bg1">
              <a:alpha val="4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阿里巴巴普惠体" panose="00020600040101010101" pitchFamily="18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3848100" y="454729"/>
            <a:ext cx="4411980" cy="857262"/>
            <a:chOff x="3848100" y="454729"/>
            <a:chExt cx="4411980" cy="857262"/>
          </a:xfrm>
        </p:grpSpPr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3848100" y="454729"/>
              <a:ext cx="4411980" cy="857262"/>
            </a:xfrm>
            <a:prstGeom prst="rect">
              <a:avLst/>
            </a:prstGeom>
          </p:spPr>
        </p:pic>
        <p:sp>
          <p:nvSpPr>
            <p:cNvPr id="4" name="文本框 3"/>
            <p:cNvSpPr txBox="1"/>
            <p:nvPr/>
          </p:nvSpPr>
          <p:spPr>
            <a:xfrm>
              <a:off x="5065413" y="579120"/>
              <a:ext cx="2082147" cy="6591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algn="ctr" fontAlgn="auto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2500" b="0" i="0" u="none" strike="noStrike" cap="none" spc="0" normalizeH="0" baseline="0">
                  <a:ln w="0"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汉呈王久存行书" panose="02010601030101010101" pitchFamily="2" charset="-128"/>
                  <a:ea typeface="汉呈王久存行书" panose="02010601030101010101" pitchFamily="2" charset="-128"/>
                </a:defRPr>
              </a:lvl1pPr>
            </a:lstStyle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600" b="0" i="0" u="none" strike="noStrike" kern="1200" cap="none" spc="0" normalizeH="0" baseline="0" noProof="0" dirty="0">
                  <a:ln w="0"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cs"/>
                </a:rPr>
                <a:t>信仰意义</a:t>
              </a:r>
            </a:p>
          </p:txBody>
        </p:sp>
      </p:grpSp>
      <p:pic>
        <p:nvPicPr>
          <p:cNvPr id="5" name="图片 4" descr="图片包含 游戏机, 伞&#10;&#10;描述已自动生成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9768932">
            <a:off x="1177327" y="3794913"/>
            <a:ext cx="3372364" cy="2529273"/>
          </a:xfrm>
          <a:prstGeom prst="rect">
            <a:avLst/>
          </a:prstGeom>
        </p:spPr>
      </p:pic>
      <p:pic>
        <p:nvPicPr>
          <p:cNvPr id="6" name="图片 5" descr="图片包含 游戏机, 伞&#10;&#10;描述已自动生成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9768932">
            <a:off x="7642311" y="3794913"/>
            <a:ext cx="3372364" cy="2529273"/>
          </a:xfrm>
          <a:prstGeom prst="rect">
            <a:avLst/>
          </a:prstGeom>
        </p:spPr>
      </p:pic>
      <p:pic>
        <p:nvPicPr>
          <p:cNvPr id="8" name="图片 7" descr="图片包含 游戏机, 伞&#10;&#10;描述已自动生成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9768932">
            <a:off x="4479110" y="1761697"/>
            <a:ext cx="3372364" cy="2529273"/>
          </a:xfrm>
          <a:prstGeom prst="rect">
            <a:avLst/>
          </a:prstGeom>
        </p:spPr>
      </p:pic>
      <p:grpSp>
        <p:nvGrpSpPr>
          <p:cNvPr id="9" name="组合 8"/>
          <p:cNvGrpSpPr/>
          <p:nvPr/>
        </p:nvGrpSpPr>
        <p:grpSpPr>
          <a:xfrm>
            <a:off x="1400269" y="2269012"/>
            <a:ext cx="3008409" cy="1782201"/>
            <a:chOff x="6200869" y="1724182"/>
            <a:chExt cx="3008409" cy="1782201"/>
          </a:xfrm>
        </p:grpSpPr>
        <p:sp>
          <p:nvSpPr>
            <p:cNvPr id="10" name="任意多边形: 形状 9"/>
            <p:cNvSpPr/>
            <p:nvPr/>
          </p:nvSpPr>
          <p:spPr>
            <a:xfrm>
              <a:off x="6920044" y="1724182"/>
              <a:ext cx="1570060" cy="400110"/>
            </a:xfrm>
            <a:custGeom>
              <a:avLst/>
              <a:gdLst>
                <a:gd name="connsiteX0" fmla="*/ 163828 w 2067952"/>
                <a:gd name="connsiteY0" fmla="*/ 0 h 365760"/>
                <a:gd name="connsiteX1" fmla="*/ 1919364 w 2067952"/>
                <a:gd name="connsiteY1" fmla="*/ 0 h 365760"/>
                <a:gd name="connsiteX2" fmla="*/ 2003182 w 2067952"/>
                <a:gd name="connsiteY2" fmla="*/ 83818 h 365760"/>
                <a:gd name="connsiteX3" fmla="*/ 2003182 w 2067952"/>
                <a:gd name="connsiteY3" fmla="*/ 85978 h 365760"/>
                <a:gd name="connsiteX4" fmla="*/ 2007367 w 2067952"/>
                <a:gd name="connsiteY4" fmla="*/ 86822 h 365760"/>
                <a:gd name="connsiteX5" fmla="*/ 2067952 w 2067952"/>
                <a:gd name="connsiteY5" fmla="*/ 178225 h 365760"/>
                <a:gd name="connsiteX6" fmla="*/ 2007367 w 2067952"/>
                <a:gd name="connsiteY6" fmla="*/ 269628 h 365760"/>
                <a:gd name="connsiteX7" fmla="*/ 2003182 w 2067952"/>
                <a:gd name="connsiteY7" fmla="*/ 270472 h 365760"/>
                <a:gd name="connsiteX8" fmla="*/ 2003182 w 2067952"/>
                <a:gd name="connsiteY8" fmla="*/ 281942 h 365760"/>
                <a:gd name="connsiteX9" fmla="*/ 1919364 w 2067952"/>
                <a:gd name="connsiteY9" fmla="*/ 365760 h 365760"/>
                <a:gd name="connsiteX10" fmla="*/ 163828 w 2067952"/>
                <a:gd name="connsiteY10" fmla="*/ 365760 h 365760"/>
                <a:gd name="connsiteX11" fmla="*/ 80010 w 2067952"/>
                <a:gd name="connsiteY11" fmla="*/ 281942 h 365760"/>
                <a:gd name="connsiteX12" fmla="*/ 80010 w 2067952"/>
                <a:gd name="connsiteY12" fmla="*/ 273549 h 365760"/>
                <a:gd name="connsiteX13" fmla="*/ 60586 w 2067952"/>
                <a:gd name="connsiteY13" fmla="*/ 269628 h 365760"/>
                <a:gd name="connsiteX14" fmla="*/ 0 w 2067952"/>
                <a:gd name="connsiteY14" fmla="*/ 178225 h 365760"/>
                <a:gd name="connsiteX15" fmla="*/ 60586 w 2067952"/>
                <a:gd name="connsiteY15" fmla="*/ 86822 h 365760"/>
                <a:gd name="connsiteX16" fmla="*/ 80203 w 2067952"/>
                <a:gd name="connsiteY16" fmla="*/ 82862 h 365760"/>
                <a:gd name="connsiteX17" fmla="*/ 86597 w 2067952"/>
                <a:gd name="connsiteY17" fmla="*/ 51192 h 365760"/>
                <a:gd name="connsiteX18" fmla="*/ 163828 w 2067952"/>
                <a:gd name="connsiteY18" fmla="*/ 0 h 365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67952" h="365760">
                  <a:moveTo>
                    <a:pt x="163828" y="0"/>
                  </a:moveTo>
                  <a:lnTo>
                    <a:pt x="1919364" y="0"/>
                  </a:lnTo>
                  <a:cubicBezTo>
                    <a:pt x="1965655" y="0"/>
                    <a:pt x="2003182" y="37527"/>
                    <a:pt x="2003182" y="83818"/>
                  </a:cubicBezTo>
                  <a:lnTo>
                    <a:pt x="2003182" y="85978"/>
                  </a:lnTo>
                  <a:lnTo>
                    <a:pt x="2007367" y="86822"/>
                  </a:lnTo>
                  <a:cubicBezTo>
                    <a:pt x="2042970" y="101881"/>
                    <a:pt x="2067952" y="137136"/>
                    <a:pt x="2067952" y="178225"/>
                  </a:cubicBezTo>
                  <a:cubicBezTo>
                    <a:pt x="2067952" y="219315"/>
                    <a:pt x="2042970" y="254569"/>
                    <a:pt x="2007367" y="269628"/>
                  </a:cubicBezTo>
                  <a:lnTo>
                    <a:pt x="2003182" y="270472"/>
                  </a:lnTo>
                  <a:lnTo>
                    <a:pt x="2003182" y="281942"/>
                  </a:lnTo>
                  <a:cubicBezTo>
                    <a:pt x="2003182" y="328233"/>
                    <a:pt x="1965655" y="365760"/>
                    <a:pt x="1919364" y="365760"/>
                  </a:cubicBezTo>
                  <a:lnTo>
                    <a:pt x="163828" y="365760"/>
                  </a:lnTo>
                  <a:cubicBezTo>
                    <a:pt x="117537" y="365760"/>
                    <a:pt x="80010" y="328233"/>
                    <a:pt x="80010" y="281942"/>
                  </a:cubicBezTo>
                  <a:lnTo>
                    <a:pt x="80010" y="273549"/>
                  </a:lnTo>
                  <a:lnTo>
                    <a:pt x="60586" y="269628"/>
                  </a:lnTo>
                  <a:cubicBezTo>
                    <a:pt x="24982" y="254569"/>
                    <a:pt x="0" y="219315"/>
                    <a:pt x="0" y="178225"/>
                  </a:cubicBezTo>
                  <a:cubicBezTo>
                    <a:pt x="0" y="137136"/>
                    <a:pt x="24982" y="101881"/>
                    <a:pt x="60586" y="86822"/>
                  </a:cubicBezTo>
                  <a:lnTo>
                    <a:pt x="80203" y="82862"/>
                  </a:lnTo>
                  <a:lnTo>
                    <a:pt x="86597" y="51192"/>
                  </a:lnTo>
                  <a:cubicBezTo>
                    <a:pt x="99321" y="21109"/>
                    <a:pt x="129110" y="0"/>
                    <a:pt x="163828" y="0"/>
                  </a:cubicBezTo>
                  <a:close/>
                </a:path>
              </a:pathLst>
            </a:custGeom>
            <a:solidFill>
              <a:srgbClr val="459A8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6911450" y="1724182"/>
              <a:ext cx="173867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>
                  <a:solidFill>
                    <a:schemeClr val="tx1">
                      <a:lumMod val="75000"/>
                      <a:lumOff val="25000"/>
                    </a:schemeClr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</a:lstStyle>
            <a:p>
              <a:r>
                <a:rPr lang="en-US" altLang="zh-CN" sz="2000" dirty="0">
                  <a:solidFill>
                    <a:schemeClr val="bg1">
                      <a:lumMod val="9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阿里巴巴和七个小矮人" panose="00000500000000000000" charset="-122"/>
                  <a:sym typeface="阿里巴巴和七个小矮人" panose="00000500000000000000" charset="-122"/>
                </a:rPr>
                <a:t>·  </a:t>
              </a:r>
              <a:r>
                <a:rPr lang="zh-CN" altLang="en-US" sz="2000" dirty="0">
                  <a:solidFill>
                    <a:schemeClr val="bg1">
                      <a:lumMod val="9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阿里巴巴和七个小矮人" panose="00000500000000000000" charset="-122"/>
                  <a:sym typeface="阿里巴巴和七个小矮人" panose="00000500000000000000" charset="-122"/>
                </a:rPr>
                <a:t>精神缩影  </a:t>
              </a:r>
              <a:r>
                <a:rPr lang="en-US" altLang="zh-CN" sz="2000" dirty="0">
                  <a:solidFill>
                    <a:schemeClr val="bg1">
                      <a:lumMod val="9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阿里巴巴和七个小矮人" panose="00000500000000000000" charset="-122"/>
                  <a:sym typeface="阿里巴巴和七个小矮人" panose="00000500000000000000" charset="-122"/>
                </a:rPr>
                <a:t>·</a:t>
              </a:r>
              <a:endParaRPr lang="zh-CN" altLang="en-US" sz="2000" dirty="0">
                <a:solidFill>
                  <a:schemeClr val="bg1">
                    <a:lumMod val="9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和七个小矮人" panose="00000500000000000000" charset="-122"/>
                <a:sym typeface="阿里巴巴和七个小矮人" panose="00000500000000000000" charset="-122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6200869" y="2237125"/>
              <a:ext cx="3008409" cy="12692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fontAlgn="auto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200" b="0" i="0" u="none" strike="noStrike" cap="none" spc="0" normalizeH="0" baseline="0">
                  <a:ln>
                    <a:noFill/>
                  </a:ln>
                  <a:solidFill>
                    <a:prstClr val="white">
                      <a:lumMod val="50000"/>
                      <a:alpha val="76000"/>
                    </a:prstClr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</a:lstStyle>
            <a:p>
              <a:pPr algn="ctr"/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会馆门额嵌“天后宫”石碑，主祀海神妈祖，体现了古田商帮依托妈祖信仰祈求航行安全、货物与人员顺利往返的精神寄托，是闽商“以海为生、以神为护”传统的缩影。</a:t>
              </a:r>
              <a:endPara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7947418" y="2269012"/>
            <a:ext cx="3008409" cy="1782201"/>
            <a:chOff x="6200869" y="1724182"/>
            <a:chExt cx="3008409" cy="1782201"/>
          </a:xfrm>
        </p:grpSpPr>
        <p:sp>
          <p:nvSpPr>
            <p:cNvPr id="14" name="任意多边形: 形状 13"/>
            <p:cNvSpPr/>
            <p:nvPr/>
          </p:nvSpPr>
          <p:spPr>
            <a:xfrm>
              <a:off x="6920044" y="1724182"/>
              <a:ext cx="1570060" cy="400110"/>
            </a:xfrm>
            <a:custGeom>
              <a:avLst/>
              <a:gdLst>
                <a:gd name="connsiteX0" fmla="*/ 163828 w 2067952"/>
                <a:gd name="connsiteY0" fmla="*/ 0 h 365760"/>
                <a:gd name="connsiteX1" fmla="*/ 1919364 w 2067952"/>
                <a:gd name="connsiteY1" fmla="*/ 0 h 365760"/>
                <a:gd name="connsiteX2" fmla="*/ 2003182 w 2067952"/>
                <a:gd name="connsiteY2" fmla="*/ 83818 h 365760"/>
                <a:gd name="connsiteX3" fmla="*/ 2003182 w 2067952"/>
                <a:gd name="connsiteY3" fmla="*/ 85978 h 365760"/>
                <a:gd name="connsiteX4" fmla="*/ 2007367 w 2067952"/>
                <a:gd name="connsiteY4" fmla="*/ 86822 h 365760"/>
                <a:gd name="connsiteX5" fmla="*/ 2067952 w 2067952"/>
                <a:gd name="connsiteY5" fmla="*/ 178225 h 365760"/>
                <a:gd name="connsiteX6" fmla="*/ 2007367 w 2067952"/>
                <a:gd name="connsiteY6" fmla="*/ 269628 h 365760"/>
                <a:gd name="connsiteX7" fmla="*/ 2003182 w 2067952"/>
                <a:gd name="connsiteY7" fmla="*/ 270472 h 365760"/>
                <a:gd name="connsiteX8" fmla="*/ 2003182 w 2067952"/>
                <a:gd name="connsiteY8" fmla="*/ 281942 h 365760"/>
                <a:gd name="connsiteX9" fmla="*/ 1919364 w 2067952"/>
                <a:gd name="connsiteY9" fmla="*/ 365760 h 365760"/>
                <a:gd name="connsiteX10" fmla="*/ 163828 w 2067952"/>
                <a:gd name="connsiteY10" fmla="*/ 365760 h 365760"/>
                <a:gd name="connsiteX11" fmla="*/ 80010 w 2067952"/>
                <a:gd name="connsiteY11" fmla="*/ 281942 h 365760"/>
                <a:gd name="connsiteX12" fmla="*/ 80010 w 2067952"/>
                <a:gd name="connsiteY12" fmla="*/ 273549 h 365760"/>
                <a:gd name="connsiteX13" fmla="*/ 60586 w 2067952"/>
                <a:gd name="connsiteY13" fmla="*/ 269628 h 365760"/>
                <a:gd name="connsiteX14" fmla="*/ 0 w 2067952"/>
                <a:gd name="connsiteY14" fmla="*/ 178225 h 365760"/>
                <a:gd name="connsiteX15" fmla="*/ 60586 w 2067952"/>
                <a:gd name="connsiteY15" fmla="*/ 86822 h 365760"/>
                <a:gd name="connsiteX16" fmla="*/ 80203 w 2067952"/>
                <a:gd name="connsiteY16" fmla="*/ 82862 h 365760"/>
                <a:gd name="connsiteX17" fmla="*/ 86597 w 2067952"/>
                <a:gd name="connsiteY17" fmla="*/ 51192 h 365760"/>
                <a:gd name="connsiteX18" fmla="*/ 163828 w 2067952"/>
                <a:gd name="connsiteY18" fmla="*/ 0 h 365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67952" h="365760">
                  <a:moveTo>
                    <a:pt x="163828" y="0"/>
                  </a:moveTo>
                  <a:lnTo>
                    <a:pt x="1919364" y="0"/>
                  </a:lnTo>
                  <a:cubicBezTo>
                    <a:pt x="1965655" y="0"/>
                    <a:pt x="2003182" y="37527"/>
                    <a:pt x="2003182" y="83818"/>
                  </a:cubicBezTo>
                  <a:lnTo>
                    <a:pt x="2003182" y="85978"/>
                  </a:lnTo>
                  <a:lnTo>
                    <a:pt x="2007367" y="86822"/>
                  </a:lnTo>
                  <a:cubicBezTo>
                    <a:pt x="2042970" y="101881"/>
                    <a:pt x="2067952" y="137136"/>
                    <a:pt x="2067952" y="178225"/>
                  </a:cubicBezTo>
                  <a:cubicBezTo>
                    <a:pt x="2067952" y="219315"/>
                    <a:pt x="2042970" y="254569"/>
                    <a:pt x="2007367" y="269628"/>
                  </a:cubicBezTo>
                  <a:lnTo>
                    <a:pt x="2003182" y="270472"/>
                  </a:lnTo>
                  <a:lnTo>
                    <a:pt x="2003182" y="281942"/>
                  </a:lnTo>
                  <a:cubicBezTo>
                    <a:pt x="2003182" y="328233"/>
                    <a:pt x="1965655" y="365760"/>
                    <a:pt x="1919364" y="365760"/>
                  </a:cubicBezTo>
                  <a:lnTo>
                    <a:pt x="163828" y="365760"/>
                  </a:lnTo>
                  <a:cubicBezTo>
                    <a:pt x="117537" y="365760"/>
                    <a:pt x="80010" y="328233"/>
                    <a:pt x="80010" y="281942"/>
                  </a:cubicBezTo>
                  <a:lnTo>
                    <a:pt x="80010" y="273549"/>
                  </a:lnTo>
                  <a:lnTo>
                    <a:pt x="60586" y="269628"/>
                  </a:lnTo>
                  <a:cubicBezTo>
                    <a:pt x="24982" y="254569"/>
                    <a:pt x="0" y="219315"/>
                    <a:pt x="0" y="178225"/>
                  </a:cubicBezTo>
                  <a:cubicBezTo>
                    <a:pt x="0" y="137136"/>
                    <a:pt x="24982" y="101881"/>
                    <a:pt x="60586" y="86822"/>
                  </a:cubicBezTo>
                  <a:lnTo>
                    <a:pt x="80203" y="82862"/>
                  </a:lnTo>
                  <a:lnTo>
                    <a:pt x="86597" y="51192"/>
                  </a:lnTo>
                  <a:cubicBezTo>
                    <a:pt x="99321" y="21109"/>
                    <a:pt x="129110" y="0"/>
                    <a:pt x="163828" y="0"/>
                  </a:cubicBezTo>
                  <a:close/>
                </a:path>
              </a:pathLst>
            </a:custGeom>
            <a:solidFill>
              <a:srgbClr val="459A8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6911450" y="1724182"/>
              <a:ext cx="173867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>
                  <a:solidFill>
                    <a:schemeClr val="tx1">
                      <a:lumMod val="75000"/>
                      <a:lumOff val="25000"/>
                    </a:schemeClr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</a:lstStyle>
            <a:p>
              <a:r>
                <a:rPr lang="en-US" altLang="zh-CN" sz="2000" dirty="0">
                  <a:solidFill>
                    <a:schemeClr val="bg1">
                      <a:lumMod val="9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阿里巴巴和七个小矮人" panose="00000500000000000000" charset="-122"/>
                  <a:sym typeface="阿里巴巴和七个小矮人" panose="00000500000000000000" charset="-122"/>
                </a:rPr>
                <a:t>·  </a:t>
              </a:r>
              <a:r>
                <a:rPr lang="zh-CN" altLang="en-US" sz="2000" dirty="0">
                  <a:solidFill>
                    <a:schemeClr val="bg1">
                      <a:lumMod val="9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阿里巴巴和七个小矮人" panose="00000500000000000000" charset="-122"/>
                  <a:sym typeface="阿里巴巴和七个小矮人" panose="00000500000000000000" charset="-122"/>
                </a:rPr>
                <a:t>传统美德  </a:t>
              </a:r>
              <a:r>
                <a:rPr lang="en-US" altLang="zh-CN" sz="2000" dirty="0">
                  <a:solidFill>
                    <a:schemeClr val="bg1">
                      <a:lumMod val="9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阿里巴巴和七个小矮人" panose="00000500000000000000" charset="-122"/>
                  <a:sym typeface="阿里巴巴和七个小矮人" panose="00000500000000000000" charset="-122"/>
                </a:rPr>
                <a:t>·</a:t>
              </a:r>
              <a:endParaRPr lang="zh-CN" altLang="en-US" sz="2000" dirty="0">
                <a:solidFill>
                  <a:schemeClr val="bg1">
                    <a:lumMod val="9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和七个小矮人" panose="00000500000000000000" charset="-122"/>
                <a:sym typeface="阿里巴巴和七个小矮人" panose="00000500000000000000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6200869" y="2237125"/>
              <a:ext cx="3008409" cy="12692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fontAlgn="auto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200" b="0" i="0" u="none" strike="noStrike" cap="none" spc="0" normalizeH="0" baseline="0">
                  <a:ln>
                    <a:noFill/>
                  </a:ln>
                  <a:solidFill>
                    <a:prstClr val="white">
                      <a:lumMod val="50000"/>
                      <a:alpha val="76000"/>
                    </a:prstClr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</a:lstStyle>
            <a:p>
              <a:pPr algn="ctr"/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结合</a:t>
              </a:r>
              <a:r>
                <a:rPr lang="en-US" altLang="zh-CN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2021</a:t>
              </a: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年改造后融入的廉洁、诚信、家风文化，历史上会馆以妈祖“立德、行善、大爱”精神引导商贾诚信经营、回馈乡梓，体现了民间信仰对传统商帮道德规范的涵化作用。</a:t>
              </a:r>
              <a:endPara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4592993" y="4514346"/>
            <a:ext cx="3008409" cy="1542136"/>
            <a:chOff x="6200869" y="1724182"/>
            <a:chExt cx="3008409" cy="1542136"/>
          </a:xfrm>
        </p:grpSpPr>
        <p:sp>
          <p:nvSpPr>
            <p:cNvPr id="20" name="任意多边形: 形状 19"/>
            <p:cNvSpPr/>
            <p:nvPr/>
          </p:nvSpPr>
          <p:spPr>
            <a:xfrm>
              <a:off x="6920044" y="1724182"/>
              <a:ext cx="1570060" cy="400110"/>
            </a:xfrm>
            <a:custGeom>
              <a:avLst/>
              <a:gdLst>
                <a:gd name="connsiteX0" fmla="*/ 163828 w 2067952"/>
                <a:gd name="connsiteY0" fmla="*/ 0 h 365760"/>
                <a:gd name="connsiteX1" fmla="*/ 1919364 w 2067952"/>
                <a:gd name="connsiteY1" fmla="*/ 0 h 365760"/>
                <a:gd name="connsiteX2" fmla="*/ 2003182 w 2067952"/>
                <a:gd name="connsiteY2" fmla="*/ 83818 h 365760"/>
                <a:gd name="connsiteX3" fmla="*/ 2003182 w 2067952"/>
                <a:gd name="connsiteY3" fmla="*/ 85978 h 365760"/>
                <a:gd name="connsiteX4" fmla="*/ 2007367 w 2067952"/>
                <a:gd name="connsiteY4" fmla="*/ 86822 h 365760"/>
                <a:gd name="connsiteX5" fmla="*/ 2067952 w 2067952"/>
                <a:gd name="connsiteY5" fmla="*/ 178225 h 365760"/>
                <a:gd name="connsiteX6" fmla="*/ 2007367 w 2067952"/>
                <a:gd name="connsiteY6" fmla="*/ 269628 h 365760"/>
                <a:gd name="connsiteX7" fmla="*/ 2003182 w 2067952"/>
                <a:gd name="connsiteY7" fmla="*/ 270472 h 365760"/>
                <a:gd name="connsiteX8" fmla="*/ 2003182 w 2067952"/>
                <a:gd name="connsiteY8" fmla="*/ 281942 h 365760"/>
                <a:gd name="connsiteX9" fmla="*/ 1919364 w 2067952"/>
                <a:gd name="connsiteY9" fmla="*/ 365760 h 365760"/>
                <a:gd name="connsiteX10" fmla="*/ 163828 w 2067952"/>
                <a:gd name="connsiteY10" fmla="*/ 365760 h 365760"/>
                <a:gd name="connsiteX11" fmla="*/ 80010 w 2067952"/>
                <a:gd name="connsiteY11" fmla="*/ 281942 h 365760"/>
                <a:gd name="connsiteX12" fmla="*/ 80010 w 2067952"/>
                <a:gd name="connsiteY12" fmla="*/ 273549 h 365760"/>
                <a:gd name="connsiteX13" fmla="*/ 60586 w 2067952"/>
                <a:gd name="connsiteY13" fmla="*/ 269628 h 365760"/>
                <a:gd name="connsiteX14" fmla="*/ 0 w 2067952"/>
                <a:gd name="connsiteY14" fmla="*/ 178225 h 365760"/>
                <a:gd name="connsiteX15" fmla="*/ 60586 w 2067952"/>
                <a:gd name="connsiteY15" fmla="*/ 86822 h 365760"/>
                <a:gd name="connsiteX16" fmla="*/ 80203 w 2067952"/>
                <a:gd name="connsiteY16" fmla="*/ 82862 h 365760"/>
                <a:gd name="connsiteX17" fmla="*/ 86597 w 2067952"/>
                <a:gd name="connsiteY17" fmla="*/ 51192 h 365760"/>
                <a:gd name="connsiteX18" fmla="*/ 163828 w 2067952"/>
                <a:gd name="connsiteY18" fmla="*/ 0 h 365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67952" h="365760">
                  <a:moveTo>
                    <a:pt x="163828" y="0"/>
                  </a:moveTo>
                  <a:lnTo>
                    <a:pt x="1919364" y="0"/>
                  </a:lnTo>
                  <a:cubicBezTo>
                    <a:pt x="1965655" y="0"/>
                    <a:pt x="2003182" y="37527"/>
                    <a:pt x="2003182" y="83818"/>
                  </a:cubicBezTo>
                  <a:lnTo>
                    <a:pt x="2003182" y="85978"/>
                  </a:lnTo>
                  <a:lnTo>
                    <a:pt x="2007367" y="86822"/>
                  </a:lnTo>
                  <a:cubicBezTo>
                    <a:pt x="2042970" y="101881"/>
                    <a:pt x="2067952" y="137136"/>
                    <a:pt x="2067952" y="178225"/>
                  </a:cubicBezTo>
                  <a:cubicBezTo>
                    <a:pt x="2067952" y="219315"/>
                    <a:pt x="2042970" y="254569"/>
                    <a:pt x="2007367" y="269628"/>
                  </a:cubicBezTo>
                  <a:lnTo>
                    <a:pt x="2003182" y="270472"/>
                  </a:lnTo>
                  <a:lnTo>
                    <a:pt x="2003182" y="281942"/>
                  </a:lnTo>
                  <a:cubicBezTo>
                    <a:pt x="2003182" y="328233"/>
                    <a:pt x="1965655" y="365760"/>
                    <a:pt x="1919364" y="365760"/>
                  </a:cubicBezTo>
                  <a:lnTo>
                    <a:pt x="163828" y="365760"/>
                  </a:lnTo>
                  <a:cubicBezTo>
                    <a:pt x="117537" y="365760"/>
                    <a:pt x="80010" y="328233"/>
                    <a:pt x="80010" y="281942"/>
                  </a:cubicBezTo>
                  <a:lnTo>
                    <a:pt x="80010" y="273549"/>
                  </a:lnTo>
                  <a:lnTo>
                    <a:pt x="60586" y="269628"/>
                  </a:lnTo>
                  <a:cubicBezTo>
                    <a:pt x="24982" y="254569"/>
                    <a:pt x="0" y="219315"/>
                    <a:pt x="0" y="178225"/>
                  </a:cubicBezTo>
                  <a:cubicBezTo>
                    <a:pt x="0" y="137136"/>
                    <a:pt x="24982" y="101881"/>
                    <a:pt x="60586" y="86822"/>
                  </a:cubicBezTo>
                  <a:lnTo>
                    <a:pt x="80203" y="82862"/>
                  </a:lnTo>
                  <a:lnTo>
                    <a:pt x="86597" y="51192"/>
                  </a:lnTo>
                  <a:cubicBezTo>
                    <a:pt x="99321" y="21109"/>
                    <a:pt x="129110" y="0"/>
                    <a:pt x="163828" y="0"/>
                  </a:cubicBezTo>
                  <a:close/>
                </a:path>
              </a:pathLst>
            </a:custGeom>
            <a:solidFill>
              <a:srgbClr val="459A8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6911450" y="1724182"/>
              <a:ext cx="173867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>
                  <a:solidFill>
                    <a:schemeClr val="tx1">
                      <a:lumMod val="75000"/>
                      <a:lumOff val="25000"/>
                    </a:schemeClr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</a:lstStyle>
            <a:p>
              <a:r>
                <a:rPr lang="en-US" altLang="zh-CN" sz="2000" dirty="0">
                  <a:solidFill>
                    <a:schemeClr val="bg1">
                      <a:lumMod val="9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阿里巴巴和七个小矮人" panose="00000500000000000000" charset="-122"/>
                  <a:sym typeface="阿里巴巴和七个小矮人" panose="00000500000000000000" charset="-122"/>
                </a:rPr>
                <a:t>·  </a:t>
              </a:r>
              <a:r>
                <a:rPr lang="zh-CN" altLang="en-US" sz="2000" dirty="0">
                  <a:solidFill>
                    <a:schemeClr val="bg1">
                      <a:lumMod val="9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阿里巴巴和七个小矮人" panose="00000500000000000000" charset="-122"/>
                  <a:sym typeface="阿里巴巴和七个小矮人" panose="00000500000000000000" charset="-122"/>
                </a:rPr>
                <a:t>乡情纽带  </a:t>
              </a:r>
              <a:r>
                <a:rPr lang="en-US" altLang="zh-CN" sz="2000" dirty="0">
                  <a:solidFill>
                    <a:schemeClr val="bg1">
                      <a:lumMod val="9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阿里巴巴和七个小矮人" panose="00000500000000000000" charset="-122"/>
                  <a:sym typeface="阿里巴巴和七个小矮人" panose="00000500000000000000" charset="-122"/>
                </a:rPr>
                <a:t>·</a:t>
              </a:r>
              <a:endParaRPr lang="zh-CN" altLang="en-US" sz="2000" dirty="0">
                <a:solidFill>
                  <a:schemeClr val="bg1">
                    <a:lumMod val="9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和七个小矮人" panose="00000500000000000000" charset="-122"/>
                <a:sym typeface="阿里巴巴和七个小矮人" panose="00000500000000000000" charset="-122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6200869" y="2237125"/>
              <a:ext cx="3008409" cy="10291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fontAlgn="auto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200" b="0" i="0" u="none" strike="noStrike" cap="none" spc="0" normalizeH="0" baseline="0">
                  <a:ln>
                    <a:noFill/>
                  </a:ln>
                  <a:solidFill>
                    <a:prstClr val="white">
                      <a:lumMod val="50000"/>
                      <a:alpha val="76000"/>
                    </a:prstClr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</a:lstStyle>
            <a:p>
              <a:pPr algn="ctr"/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作为在榕古田五大商帮联谊、酬神、议事的核心场所，妈祖信仰成为连接同乡商人的情感纽带，强化了商帮内部的团结互助与身份认同。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 advClick="0" advTm="4000"/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Click="0" advTm="4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背景图案&#10;&#10;描述已自动生成"/>
          <p:cNvPicPr>
            <a:picLocks noChangeAspect="1"/>
          </p:cNvPicPr>
          <p:nvPr/>
        </p:nvPicPr>
        <p:blipFill>
          <a:blip r:embed="rId2" cstate="email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矩形 1"/>
          <p:cNvSpPr/>
          <p:nvPr/>
        </p:nvSpPr>
        <p:spPr>
          <a:xfrm>
            <a:off x="320040" y="281940"/>
            <a:ext cx="11551920" cy="6294120"/>
          </a:xfrm>
          <a:prstGeom prst="rect">
            <a:avLst/>
          </a:prstGeom>
          <a:solidFill>
            <a:schemeClr val="bg1">
              <a:alpha val="4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阿里巴巴普惠体" panose="00020600040101010101" pitchFamily="18" charset="-122"/>
            </a:endParaRPr>
          </a:p>
        </p:txBody>
      </p:sp>
      <p:pic>
        <p:nvPicPr>
          <p:cNvPr id="5" name="图片 4" descr="卡通人物&#10;&#10;中度可信度描述已自动生成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80540" y="184912"/>
            <a:ext cx="6310184" cy="4732638"/>
          </a:xfrm>
          <a:prstGeom prst="rect">
            <a:avLst/>
          </a:prstGeom>
        </p:spPr>
      </p:pic>
      <p:grpSp>
        <p:nvGrpSpPr>
          <p:cNvPr id="17" name="组合 16"/>
          <p:cNvGrpSpPr/>
          <p:nvPr/>
        </p:nvGrpSpPr>
        <p:grpSpPr>
          <a:xfrm>
            <a:off x="3848100" y="454729"/>
            <a:ext cx="4411980" cy="857262"/>
            <a:chOff x="3848100" y="454729"/>
            <a:chExt cx="4411980" cy="857262"/>
          </a:xfrm>
        </p:grpSpPr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3848100" y="454729"/>
              <a:ext cx="4411980" cy="857262"/>
            </a:xfrm>
            <a:prstGeom prst="rect">
              <a:avLst/>
            </a:prstGeom>
          </p:spPr>
        </p:pic>
        <p:sp>
          <p:nvSpPr>
            <p:cNvPr id="4" name="文本框 3"/>
            <p:cNvSpPr txBox="1"/>
            <p:nvPr/>
          </p:nvSpPr>
          <p:spPr>
            <a:xfrm>
              <a:off x="5065413" y="579120"/>
              <a:ext cx="2082147" cy="6591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algn="ctr" fontAlgn="auto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2500" b="0" i="0" u="none" strike="noStrike" cap="none" spc="0" normalizeH="0" baseline="0">
                  <a:ln w="0"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汉呈王久存行书" panose="02010601030101010101" pitchFamily="2" charset="-128"/>
                  <a:ea typeface="汉呈王久存行书" panose="02010601030101010101" pitchFamily="2" charset="-128"/>
                </a:defRPr>
              </a:lvl1pPr>
            </a:lstStyle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600" b="0" i="0" u="none" strike="noStrike" kern="1200" cap="none" spc="0" normalizeH="0" baseline="0" noProof="0" dirty="0">
                  <a:ln w="0"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cs"/>
                </a:rPr>
                <a:t>历史价值</a:t>
              </a: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1603264" y="3927477"/>
            <a:ext cx="9064736" cy="20538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200" b="0" i="0" u="none" strike="noStrike" cap="none" spc="0" normalizeH="0" baseline="0">
                <a:ln>
                  <a:noFill/>
                </a:ln>
                <a:solidFill>
                  <a:prstClr val="white">
                    <a:lumMod val="50000"/>
                    <a:alpha val="76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algn="ctr"/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会馆始建于清光绪二十四年（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1898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年），由古田五大商帮集资建造，是清末民初福州商贸繁荣与商帮协作的实物见证。其建筑融合戏台、谯楼、拜亭等民国会馆元素，兼具商务停宿、货物储运与同乡联谊功能，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1996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年列为省级文保单位。经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2021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年改造后，成为展示民国商贸文化与家风家训的公共场馆，体现了历史遗产的活化利用。</a:t>
            </a:r>
            <a:endParaRPr lang="en-US" altLang="zh-CN" sz="20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 advClick="0" advTm="4000"/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Click="0" advTm="4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3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4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背景图案&#10;&#10;描述已自动生成"/>
          <p:cNvPicPr>
            <a:picLocks noChangeAspect="1"/>
          </p:cNvPicPr>
          <p:nvPr/>
        </p:nvPicPr>
        <p:blipFill>
          <a:blip r:embed="rId3" cstate="email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矩形 1"/>
          <p:cNvSpPr/>
          <p:nvPr/>
        </p:nvSpPr>
        <p:spPr>
          <a:xfrm>
            <a:off x="320040" y="281940"/>
            <a:ext cx="11551920" cy="6294120"/>
          </a:xfrm>
          <a:prstGeom prst="rect">
            <a:avLst/>
          </a:prstGeom>
          <a:solidFill>
            <a:schemeClr val="bg1">
              <a:alpha val="4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阿里巴巴普惠体" panose="00020600040101010101" pitchFamily="18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3848100" y="454729"/>
            <a:ext cx="4411980" cy="857262"/>
            <a:chOff x="3848100" y="454729"/>
            <a:chExt cx="4411980" cy="857262"/>
          </a:xfrm>
        </p:grpSpPr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3848100" y="454729"/>
              <a:ext cx="4411980" cy="857262"/>
            </a:xfrm>
            <a:prstGeom prst="rect">
              <a:avLst/>
            </a:prstGeom>
          </p:spPr>
        </p:pic>
        <p:sp>
          <p:nvSpPr>
            <p:cNvPr id="4" name="文本框 3"/>
            <p:cNvSpPr txBox="1"/>
            <p:nvPr/>
          </p:nvSpPr>
          <p:spPr>
            <a:xfrm>
              <a:off x="5065413" y="579120"/>
              <a:ext cx="2082147" cy="6591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algn="ctr" fontAlgn="auto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2500" b="0" i="0" u="none" strike="noStrike" cap="none" spc="0" normalizeH="0" baseline="0">
                  <a:ln w="0"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汉呈王久存行书" panose="02010601030101010101" pitchFamily="2" charset="-128"/>
                  <a:ea typeface="汉呈王久存行书" panose="02010601030101010101" pitchFamily="2" charset="-128"/>
                </a:defRPr>
              </a:lvl1pPr>
            </a:lstStyle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600" b="0" i="0" u="none" strike="noStrike" kern="1200" cap="none" spc="0" normalizeH="0" baseline="0" noProof="0" dirty="0">
                  <a:ln w="0"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cs"/>
                </a:rPr>
                <a:t>小组收获</a:t>
              </a: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1113082" y="4773595"/>
            <a:ext cx="9965837" cy="1247102"/>
            <a:chOff x="936625" y="3169038"/>
            <a:chExt cx="9965837" cy="1247102"/>
          </a:xfrm>
          <a:solidFill>
            <a:srgbClr val="459A8E"/>
          </a:solidFill>
          <a:effectLst>
            <a:outerShdw blurRad="50800" dist="38100" dir="18900000" algn="bl" rotWithShape="0">
              <a:prstClr val="black">
                <a:alpha val="28000"/>
              </a:prstClr>
            </a:outerShdw>
          </a:effectLst>
        </p:grpSpPr>
        <p:sp>
          <p:nvSpPr>
            <p:cNvPr id="5" name="任意多边形: 形状 4"/>
            <p:cNvSpPr/>
            <p:nvPr/>
          </p:nvSpPr>
          <p:spPr>
            <a:xfrm>
              <a:off x="4081544" y="3706238"/>
              <a:ext cx="5139761" cy="709902"/>
            </a:xfrm>
            <a:custGeom>
              <a:avLst/>
              <a:gdLst>
                <a:gd name="connsiteX0" fmla="*/ 0 w 4876800"/>
                <a:gd name="connsiteY0" fmla="*/ 0 h 679939"/>
                <a:gd name="connsiteX1" fmla="*/ 4876800 w 4876800"/>
                <a:gd name="connsiteY1" fmla="*/ 46893 h 679939"/>
                <a:gd name="connsiteX2" fmla="*/ 4419600 w 4876800"/>
                <a:gd name="connsiteY2" fmla="*/ 152400 h 679939"/>
                <a:gd name="connsiteX3" fmla="*/ 4149969 w 4876800"/>
                <a:gd name="connsiteY3" fmla="*/ 293077 h 679939"/>
                <a:gd name="connsiteX4" fmla="*/ 3950677 w 4876800"/>
                <a:gd name="connsiteY4" fmla="*/ 480646 h 679939"/>
                <a:gd name="connsiteX5" fmla="*/ 3716215 w 4876800"/>
                <a:gd name="connsiteY5" fmla="*/ 633046 h 679939"/>
                <a:gd name="connsiteX6" fmla="*/ 3505200 w 4876800"/>
                <a:gd name="connsiteY6" fmla="*/ 679939 h 679939"/>
                <a:gd name="connsiteX7" fmla="*/ 3200400 w 4876800"/>
                <a:gd name="connsiteY7" fmla="*/ 621323 h 679939"/>
                <a:gd name="connsiteX8" fmla="*/ 3048000 w 4876800"/>
                <a:gd name="connsiteY8" fmla="*/ 422031 h 679939"/>
                <a:gd name="connsiteX9" fmla="*/ 2848707 w 4876800"/>
                <a:gd name="connsiteY9" fmla="*/ 269631 h 679939"/>
                <a:gd name="connsiteX10" fmla="*/ 2649415 w 4876800"/>
                <a:gd name="connsiteY10" fmla="*/ 211016 h 679939"/>
                <a:gd name="connsiteX11" fmla="*/ 2461846 w 4876800"/>
                <a:gd name="connsiteY11" fmla="*/ 269631 h 679939"/>
                <a:gd name="connsiteX12" fmla="*/ 2332892 w 4876800"/>
                <a:gd name="connsiteY12" fmla="*/ 433754 h 679939"/>
                <a:gd name="connsiteX13" fmla="*/ 2180492 w 4876800"/>
                <a:gd name="connsiteY13" fmla="*/ 468923 h 679939"/>
                <a:gd name="connsiteX14" fmla="*/ 2028092 w 4876800"/>
                <a:gd name="connsiteY14" fmla="*/ 375139 h 679939"/>
                <a:gd name="connsiteX15" fmla="*/ 1828800 w 4876800"/>
                <a:gd name="connsiteY15" fmla="*/ 211016 h 679939"/>
                <a:gd name="connsiteX16" fmla="*/ 1594338 w 4876800"/>
                <a:gd name="connsiteY16" fmla="*/ 211016 h 679939"/>
                <a:gd name="connsiteX17" fmla="*/ 1371600 w 4876800"/>
                <a:gd name="connsiteY17" fmla="*/ 351693 h 679939"/>
                <a:gd name="connsiteX18" fmla="*/ 1148861 w 4876800"/>
                <a:gd name="connsiteY18" fmla="*/ 410308 h 679939"/>
                <a:gd name="connsiteX19" fmla="*/ 973015 w 4876800"/>
                <a:gd name="connsiteY19" fmla="*/ 398585 h 679939"/>
                <a:gd name="connsiteX20" fmla="*/ 715107 w 4876800"/>
                <a:gd name="connsiteY20" fmla="*/ 222739 h 679939"/>
                <a:gd name="connsiteX21" fmla="*/ 386861 w 4876800"/>
                <a:gd name="connsiteY21" fmla="*/ 117231 h 679939"/>
                <a:gd name="connsiteX22" fmla="*/ 46892 w 4876800"/>
                <a:gd name="connsiteY22" fmla="*/ 58616 h 679939"/>
                <a:gd name="connsiteX23" fmla="*/ 0 w 4876800"/>
                <a:gd name="connsiteY23" fmla="*/ 0 h 679939"/>
                <a:gd name="connsiteX0-1" fmla="*/ 0 w 4876800"/>
                <a:gd name="connsiteY0-2" fmla="*/ 0 h 679939"/>
                <a:gd name="connsiteX1-3" fmla="*/ 4876800 w 4876800"/>
                <a:gd name="connsiteY1-4" fmla="*/ 46893 h 679939"/>
                <a:gd name="connsiteX2-5" fmla="*/ 4419600 w 4876800"/>
                <a:gd name="connsiteY2-6" fmla="*/ 152400 h 679939"/>
                <a:gd name="connsiteX3-7" fmla="*/ 4149969 w 4876800"/>
                <a:gd name="connsiteY3-8" fmla="*/ 293077 h 679939"/>
                <a:gd name="connsiteX4-9" fmla="*/ 3950677 w 4876800"/>
                <a:gd name="connsiteY4-10" fmla="*/ 480646 h 679939"/>
                <a:gd name="connsiteX5-11" fmla="*/ 3716215 w 4876800"/>
                <a:gd name="connsiteY5-12" fmla="*/ 633046 h 679939"/>
                <a:gd name="connsiteX6-13" fmla="*/ 3505200 w 4876800"/>
                <a:gd name="connsiteY6-14" fmla="*/ 679939 h 679939"/>
                <a:gd name="connsiteX7-15" fmla="*/ 3200400 w 4876800"/>
                <a:gd name="connsiteY7-16" fmla="*/ 621323 h 679939"/>
                <a:gd name="connsiteX8-17" fmla="*/ 3048000 w 4876800"/>
                <a:gd name="connsiteY8-18" fmla="*/ 422031 h 679939"/>
                <a:gd name="connsiteX9-19" fmla="*/ 2848707 w 4876800"/>
                <a:gd name="connsiteY9-20" fmla="*/ 269631 h 679939"/>
                <a:gd name="connsiteX10-21" fmla="*/ 2649415 w 4876800"/>
                <a:gd name="connsiteY10-22" fmla="*/ 211016 h 679939"/>
                <a:gd name="connsiteX11-23" fmla="*/ 2461846 w 4876800"/>
                <a:gd name="connsiteY11-24" fmla="*/ 269631 h 679939"/>
                <a:gd name="connsiteX12-25" fmla="*/ 2332892 w 4876800"/>
                <a:gd name="connsiteY12-26" fmla="*/ 433754 h 679939"/>
                <a:gd name="connsiteX13-27" fmla="*/ 2180492 w 4876800"/>
                <a:gd name="connsiteY13-28" fmla="*/ 468923 h 679939"/>
                <a:gd name="connsiteX14-29" fmla="*/ 2028092 w 4876800"/>
                <a:gd name="connsiteY14-30" fmla="*/ 375139 h 679939"/>
                <a:gd name="connsiteX15-31" fmla="*/ 1828800 w 4876800"/>
                <a:gd name="connsiteY15-32" fmla="*/ 211016 h 679939"/>
                <a:gd name="connsiteX16-33" fmla="*/ 1594338 w 4876800"/>
                <a:gd name="connsiteY16-34" fmla="*/ 211016 h 679939"/>
                <a:gd name="connsiteX17-35" fmla="*/ 1371600 w 4876800"/>
                <a:gd name="connsiteY17-36" fmla="*/ 351693 h 679939"/>
                <a:gd name="connsiteX18-37" fmla="*/ 1148861 w 4876800"/>
                <a:gd name="connsiteY18-38" fmla="*/ 410308 h 679939"/>
                <a:gd name="connsiteX19-39" fmla="*/ 973015 w 4876800"/>
                <a:gd name="connsiteY19-40" fmla="*/ 398585 h 679939"/>
                <a:gd name="connsiteX20-41" fmla="*/ 715107 w 4876800"/>
                <a:gd name="connsiteY20-42" fmla="*/ 222739 h 679939"/>
                <a:gd name="connsiteX21-43" fmla="*/ 386861 w 4876800"/>
                <a:gd name="connsiteY21-44" fmla="*/ 117231 h 679939"/>
                <a:gd name="connsiteX22-45" fmla="*/ 46892 w 4876800"/>
                <a:gd name="connsiteY22-46" fmla="*/ 58616 h 679939"/>
                <a:gd name="connsiteX23-47" fmla="*/ 0 w 4876800"/>
                <a:gd name="connsiteY23-48" fmla="*/ 0 h 679939"/>
                <a:gd name="connsiteX0-49" fmla="*/ 0 w 4876800"/>
                <a:gd name="connsiteY0-50" fmla="*/ 0 h 679939"/>
                <a:gd name="connsiteX1-51" fmla="*/ 4876800 w 4876800"/>
                <a:gd name="connsiteY1-52" fmla="*/ 46893 h 679939"/>
                <a:gd name="connsiteX2-53" fmla="*/ 4419600 w 4876800"/>
                <a:gd name="connsiteY2-54" fmla="*/ 152400 h 679939"/>
                <a:gd name="connsiteX3-55" fmla="*/ 4149969 w 4876800"/>
                <a:gd name="connsiteY3-56" fmla="*/ 293077 h 679939"/>
                <a:gd name="connsiteX4-57" fmla="*/ 3950677 w 4876800"/>
                <a:gd name="connsiteY4-58" fmla="*/ 480646 h 679939"/>
                <a:gd name="connsiteX5-59" fmla="*/ 3716215 w 4876800"/>
                <a:gd name="connsiteY5-60" fmla="*/ 633046 h 679939"/>
                <a:gd name="connsiteX6-61" fmla="*/ 3505200 w 4876800"/>
                <a:gd name="connsiteY6-62" fmla="*/ 679939 h 679939"/>
                <a:gd name="connsiteX7-63" fmla="*/ 3200400 w 4876800"/>
                <a:gd name="connsiteY7-64" fmla="*/ 621323 h 679939"/>
                <a:gd name="connsiteX8-65" fmla="*/ 3048000 w 4876800"/>
                <a:gd name="connsiteY8-66" fmla="*/ 422031 h 679939"/>
                <a:gd name="connsiteX9-67" fmla="*/ 2848707 w 4876800"/>
                <a:gd name="connsiteY9-68" fmla="*/ 269631 h 679939"/>
                <a:gd name="connsiteX10-69" fmla="*/ 2649415 w 4876800"/>
                <a:gd name="connsiteY10-70" fmla="*/ 211016 h 679939"/>
                <a:gd name="connsiteX11-71" fmla="*/ 2461846 w 4876800"/>
                <a:gd name="connsiteY11-72" fmla="*/ 269631 h 679939"/>
                <a:gd name="connsiteX12-73" fmla="*/ 2332892 w 4876800"/>
                <a:gd name="connsiteY12-74" fmla="*/ 433754 h 679939"/>
                <a:gd name="connsiteX13-75" fmla="*/ 2180492 w 4876800"/>
                <a:gd name="connsiteY13-76" fmla="*/ 468923 h 679939"/>
                <a:gd name="connsiteX14-77" fmla="*/ 2028092 w 4876800"/>
                <a:gd name="connsiteY14-78" fmla="*/ 375139 h 679939"/>
                <a:gd name="connsiteX15-79" fmla="*/ 1828800 w 4876800"/>
                <a:gd name="connsiteY15-80" fmla="*/ 211016 h 679939"/>
                <a:gd name="connsiteX16-81" fmla="*/ 1594338 w 4876800"/>
                <a:gd name="connsiteY16-82" fmla="*/ 211016 h 679939"/>
                <a:gd name="connsiteX17-83" fmla="*/ 1371600 w 4876800"/>
                <a:gd name="connsiteY17-84" fmla="*/ 351693 h 679939"/>
                <a:gd name="connsiteX18-85" fmla="*/ 1148861 w 4876800"/>
                <a:gd name="connsiteY18-86" fmla="*/ 410308 h 679939"/>
                <a:gd name="connsiteX19-87" fmla="*/ 973015 w 4876800"/>
                <a:gd name="connsiteY19-88" fmla="*/ 398585 h 679939"/>
                <a:gd name="connsiteX20-89" fmla="*/ 715107 w 4876800"/>
                <a:gd name="connsiteY20-90" fmla="*/ 222739 h 679939"/>
                <a:gd name="connsiteX21-91" fmla="*/ 386861 w 4876800"/>
                <a:gd name="connsiteY21-92" fmla="*/ 117231 h 679939"/>
                <a:gd name="connsiteX22-93" fmla="*/ 46892 w 4876800"/>
                <a:gd name="connsiteY22-94" fmla="*/ 58616 h 679939"/>
                <a:gd name="connsiteX23-95" fmla="*/ 0 w 4876800"/>
                <a:gd name="connsiteY23-96" fmla="*/ 0 h 679939"/>
                <a:gd name="connsiteX0-97" fmla="*/ 0 w 4876800"/>
                <a:gd name="connsiteY0-98" fmla="*/ 0 h 680101"/>
                <a:gd name="connsiteX1-99" fmla="*/ 4876800 w 4876800"/>
                <a:gd name="connsiteY1-100" fmla="*/ 46893 h 680101"/>
                <a:gd name="connsiteX2-101" fmla="*/ 4419600 w 4876800"/>
                <a:gd name="connsiteY2-102" fmla="*/ 152400 h 680101"/>
                <a:gd name="connsiteX3-103" fmla="*/ 4149969 w 4876800"/>
                <a:gd name="connsiteY3-104" fmla="*/ 293077 h 680101"/>
                <a:gd name="connsiteX4-105" fmla="*/ 3950677 w 4876800"/>
                <a:gd name="connsiteY4-106" fmla="*/ 480646 h 680101"/>
                <a:gd name="connsiteX5-107" fmla="*/ 3716215 w 4876800"/>
                <a:gd name="connsiteY5-108" fmla="*/ 633046 h 680101"/>
                <a:gd name="connsiteX6-109" fmla="*/ 3505200 w 4876800"/>
                <a:gd name="connsiteY6-110" fmla="*/ 679939 h 680101"/>
                <a:gd name="connsiteX7-111" fmla="*/ 3200400 w 4876800"/>
                <a:gd name="connsiteY7-112" fmla="*/ 621323 h 680101"/>
                <a:gd name="connsiteX8-113" fmla="*/ 3048000 w 4876800"/>
                <a:gd name="connsiteY8-114" fmla="*/ 422031 h 680101"/>
                <a:gd name="connsiteX9-115" fmla="*/ 2848707 w 4876800"/>
                <a:gd name="connsiteY9-116" fmla="*/ 269631 h 680101"/>
                <a:gd name="connsiteX10-117" fmla="*/ 2649415 w 4876800"/>
                <a:gd name="connsiteY10-118" fmla="*/ 211016 h 680101"/>
                <a:gd name="connsiteX11-119" fmla="*/ 2461846 w 4876800"/>
                <a:gd name="connsiteY11-120" fmla="*/ 269631 h 680101"/>
                <a:gd name="connsiteX12-121" fmla="*/ 2332892 w 4876800"/>
                <a:gd name="connsiteY12-122" fmla="*/ 433754 h 680101"/>
                <a:gd name="connsiteX13-123" fmla="*/ 2180492 w 4876800"/>
                <a:gd name="connsiteY13-124" fmla="*/ 468923 h 680101"/>
                <a:gd name="connsiteX14-125" fmla="*/ 2028092 w 4876800"/>
                <a:gd name="connsiteY14-126" fmla="*/ 375139 h 680101"/>
                <a:gd name="connsiteX15-127" fmla="*/ 1828800 w 4876800"/>
                <a:gd name="connsiteY15-128" fmla="*/ 211016 h 680101"/>
                <a:gd name="connsiteX16-129" fmla="*/ 1594338 w 4876800"/>
                <a:gd name="connsiteY16-130" fmla="*/ 211016 h 680101"/>
                <a:gd name="connsiteX17-131" fmla="*/ 1371600 w 4876800"/>
                <a:gd name="connsiteY17-132" fmla="*/ 351693 h 680101"/>
                <a:gd name="connsiteX18-133" fmla="*/ 1148861 w 4876800"/>
                <a:gd name="connsiteY18-134" fmla="*/ 410308 h 680101"/>
                <a:gd name="connsiteX19-135" fmla="*/ 973015 w 4876800"/>
                <a:gd name="connsiteY19-136" fmla="*/ 398585 h 680101"/>
                <a:gd name="connsiteX20-137" fmla="*/ 715107 w 4876800"/>
                <a:gd name="connsiteY20-138" fmla="*/ 222739 h 680101"/>
                <a:gd name="connsiteX21-139" fmla="*/ 386861 w 4876800"/>
                <a:gd name="connsiteY21-140" fmla="*/ 117231 h 680101"/>
                <a:gd name="connsiteX22-141" fmla="*/ 46892 w 4876800"/>
                <a:gd name="connsiteY22-142" fmla="*/ 58616 h 680101"/>
                <a:gd name="connsiteX23-143" fmla="*/ 0 w 4876800"/>
                <a:gd name="connsiteY23-144" fmla="*/ 0 h 680101"/>
                <a:gd name="connsiteX0-145" fmla="*/ 0 w 4876800"/>
                <a:gd name="connsiteY0-146" fmla="*/ 0 h 680101"/>
                <a:gd name="connsiteX1-147" fmla="*/ 4876800 w 4876800"/>
                <a:gd name="connsiteY1-148" fmla="*/ 46893 h 680101"/>
                <a:gd name="connsiteX2-149" fmla="*/ 4419600 w 4876800"/>
                <a:gd name="connsiteY2-150" fmla="*/ 152400 h 680101"/>
                <a:gd name="connsiteX3-151" fmla="*/ 4149969 w 4876800"/>
                <a:gd name="connsiteY3-152" fmla="*/ 293077 h 680101"/>
                <a:gd name="connsiteX4-153" fmla="*/ 3950677 w 4876800"/>
                <a:gd name="connsiteY4-154" fmla="*/ 480646 h 680101"/>
                <a:gd name="connsiteX5-155" fmla="*/ 3716215 w 4876800"/>
                <a:gd name="connsiteY5-156" fmla="*/ 633046 h 680101"/>
                <a:gd name="connsiteX6-157" fmla="*/ 3505200 w 4876800"/>
                <a:gd name="connsiteY6-158" fmla="*/ 679939 h 680101"/>
                <a:gd name="connsiteX7-159" fmla="*/ 3200400 w 4876800"/>
                <a:gd name="connsiteY7-160" fmla="*/ 621323 h 680101"/>
                <a:gd name="connsiteX8-161" fmla="*/ 3048000 w 4876800"/>
                <a:gd name="connsiteY8-162" fmla="*/ 422031 h 680101"/>
                <a:gd name="connsiteX9-163" fmla="*/ 2848707 w 4876800"/>
                <a:gd name="connsiteY9-164" fmla="*/ 269631 h 680101"/>
                <a:gd name="connsiteX10-165" fmla="*/ 2649415 w 4876800"/>
                <a:gd name="connsiteY10-166" fmla="*/ 211016 h 680101"/>
                <a:gd name="connsiteX11-167" fmla="*/ 2461846 w 4876800"/>
                <a:gd name="connsiteY11-168" fmla="*/ 269631 h 680101"/>
                <a:gd name="connsiteX12-169" fmla="*/ 2332892 w 4876800"/>
                <a:gd name="connsiteY12-170" fmla="*/ 433754 h 680101"/>
                <a:gd name="connsiteX13-171" fmla="*/ 2180492 w 4876800"/>
                <a:gd name="connsiteY13-172" fmla="*/ 468923 h 680101"/>
                <a:gd name="connsiteX14-173" fmla="*/ 2028092 w 4876800"/>
                <a:gd name="connsiteY14-174" fmla="*/ 375139 h 680101"/>
                <a:gd name="connsiteX15-175" fmla="*/ 1828800 w 4876800"/>
                <a:gd name="connsiteY15-176" fmla="*/ 211016 h 680101"/>
                <a:gd name="connsiteX16-177" fmla="*/ 1594338 w 4876800"/>
                <a:gd name="connsiteY16-178" fmla="*/ 211016 h 680101"/>
                <a:gd name="connsiteX17-179" fmla="*/ 1371600 w 4876800"/>
                <a:gd name="connsiteY17-180" fmla="*/ 351693 h 680101"/>
                <a:gd name="connsiteX18-181" fmla="*/ 1148861 w 4876800"/>
                <a:gd name="connsiteY18-182" fmla="*/ 433754 h 680101"/>
                <a:gd name="connsiteX19-183" fmla="*/ 973015 w 4876800"/>
                <a:gd name="connsiteY19-184" fmla="*/ 398585 h 680101"/>
                <a:gd name="connsiteX20-185" fmla="*/ 715107 w 4876800"/>
                <a:gd name="connsiteY20-186" fmla="*/ 222739 h 680101"/>
                <a:gd name="connsiteX21-187" fmla="*/ 386861 w 4876800"/>
                <a:gd name="connsiteY21-188" fmla="*/ 117231 h 680101"/>
                <a:gd name="connsiteX22-189" fmla="*/ 46892 w 4876800"/>
                <a:gd name="connsiteY22-190" fmla="*/ 58616 h 680101"/>
                <a:gd name="connsiteX23-191" fmla="*/ 0 w 4876800"/>
                <a:gd name="connsiteY23-192" fmla="*/ 0 h 680101"/>
                <a:gd name="connsiteX0-193" fmla="*/ 0 w 4876800"/>
                <a:gd name="connsiteY0-194" fmla="*/ 0 h 680101"/>
                <a:gd name="connsiteX1-195" fmla="*/ 4876800 w 4876800"/>
                <a:gd name="connsiteY1-196" fmla="*/ 46893 h 680101"/>
                <a:gd name="connsiteX2-197" fmla="*/ 4419600 w 4876800"/>
                <a:gd name="connsiteY2-198" fmla="*/ 152400 h 680101"/>
                <a:gd name="connsiteX3-199" fmla="*/ 4149969 w 4876800"/>
                <a:gd name="connsiteY3-200" fmla="*/ 293077 h 680101"/>
                <a:gd name="connsiteX4-201" fmla="*/ 3950677 w 4876800"/>
                <a:gd name="connsiteY4-202" fmla="*/ 480646 h 680101"/>
                <a:gd name="connsiteX5-203" fmla="*/ 3716215 w 4876800"/>
                <a:gd name="connsiteY5-204" fmla="*/ 633046 h 680101"/>
                <a:gd name="connsiteX6-205" fmla="*/ 3505200 w 4876800"/>
                <a:gd name="connsiteY6-206" fmla="*/ 679939 h 680101"/>
                <a:gd name="connsiteX7-207" fmla="*/ 3200400 w 4876800"/>
                <a:gd name="connsiteY7-208" fmla="*/ 621323 h 680101"/>
                <a:gd name="connsiteX8-209" fmla="*/ 3048000 w 4876800"/>
                <a:gd name="connsiteY8-210" fmla="*/ 422031 h 680101"/>
                <a:gd name="connsiteX9-211" fmla="*/ 2848707 w 4876800"/>
                <a:gd name="connsiteY9-212" fmla="*/ 269631 h 680101"/>
                <a:gd name="connsiteX10-213" fmla="*/ 2649415 w 4876800"/>
                <a:gd name="connsiteY10-214" fmla="*/ 211016 h 680101"/>
                <a:gd name="connsiteX11-215" fmla="*/ 2461846 w 4876800"/>
                <a:gd name="connsiteY11-216" fmla="*/ 269631 h 680101"/>
                <a:gd name="connsiteX12-217" fmla="*/ 2332892 w 4876800"/>
                <a:gd name="connsiteY12-218" fmla="*/ 433754 h 680101"/>
                <a:gd name="connsiteX13-219" fmla="*/ 2180492 w 4876800"/>
                <a:gd name="connsiteY13-220" fmla="*/ 468923 h 680101"/>
                <a:gd name="connsiteX14-221" fmla="*/ 2028092 w 4876800"/>
                <a:gd name="connsiteY14-222" fmla="*/ 375139 h 680101"/>
                <a:gd name="connsiteX15-223" fmla="*/ 1828800 w 4876800"/>
                <a:gd name="connsiteY15-224" fmla="*/ 211016 h 680101"/>
                <a:gd name="connsiteX16-225" fmla="*/ 1594338 w 4876800"/>
                <a:gd name="connsiteY16-226" fmla="*/ 211016 h 680101"/>
                <a:gd name="connsiteX17-227" fmla="*/ 1371600 w 4876800"/>
                <a:gd name="connsiteY17-228" fmla="*/ 351693 h 680101"/>
                <a:gd name="connsiteX18-229" fmla="*/ 1148861 w 4876800"/>
                <a:gd name="connsiteY18-230" fmla="*/ 433754 h 680101"/>
                <a:gd name="connsiteX19-231" fmla="*/ 973015 w 4876800"/>
                <a:gd name="connsiteY19-232" fmla="*/ 398585 h 680101"/>
                <a:gd name="connsiteX20-233" fmla="*/ 715107 w 4876800"/>
                <a:gd name="connsiteY20-234" fmla="*/ 222739 h 680101"/>
                <a:gd name="connsiteX21-235" fmla="*/ 386861 w 4876800"/>
                <a:gd name="connsiteY21-236" fmla="*/ 117231 h 680101"/>
                <a:gd name="connsiteX22-237" fmla="*/ 46892 w 4876800"/>
                <a:gd name="connsiteY22-238" fmla="*/ 58616 h 680101"/>
                <a:gd name="connsiteX23-239" fmla="*/ 0 w 4876800"/>
                <a:gd name="connsiteY23-240" fmla="*/ 0 h 680101"/>
                <a:gd name="connsiteX0-241" fmla="*/ 0 w 4876800"/>
                <a:gd name="connsiteY0-242" fmla="*/ 0 h 703455"/>
                <a:gd name="connsiteX1-243" fmla="*/ 4876800 w 4876800"/>
                <a:gd name="connsiteY1-244" fmla="*/ 46893 h 703455"/>
                <a:gd name="connsiteX2-245" fmla="*/ 4419600 w 4876800"/>
                <a:gd name="connsiteY2-246" fmla="*/ 152400 h 703455"/>
                <a:gd name="connsiteX3-247" fmla="*/ 4149969 w 4876800"/>
                <a:gd name="connsiteY3-248" fmla="*/ 293077 h 703455"/>
                <a:gd name="connsiteX4-249" fmla="*/ 3950677 w 4876800"/>
                <a:gd name="connsiteY4-250" fmla="*/ 480646 h 703455"/>
                <a:gd name="connsiteX5-251" fmla="*/ 3716215 w 4876800"/>
                <a:gd name="connsiteY5-252" fmla="*/ 633046 h 703455"/>
                <a:gd name="connsiteX6-253" fmla="*/ 3505200 w 4876800"/>
                <a:gd name="connsiteY6-254" fmla="*/ 703385 h 703455"/>
                <a:gd name="connsiteX7-255" fmla="*/ 3200400 w 4876800"/>
                <a:gd name="connsiteY7-256" fmla="*/ 621323 h 703455"/>
                <a:gd name="connsiteX8-257" fmla="*/ 3048000 w 4876800"/>
                <a:gd name="connsiteY8-258" fmla="*/ 422031 h 703455"/>
                <a:gd name="connsiteX9-259" fmla="*/ 2848707 w 4876800"/>
                <a:gd name="connsiteY9-260" fmla="*/ 269631 h 703455"/>
                <a:gd name="connsiteX10-261" fmla="*/ 2649415 w 4876800"/>
                <a:gd name="connsiteY10-262" fmla="*/ 211016 h 703455"/>
                <a:gd name="connsiteX11-263" fmla="*/ 2461846 w 4876800"/>
                <a:gd name="connsiteY11-264" fmla="*/ 269631 h 703455"/>
                <a:gd name="connsiteX12-265" fmla="*/ 2332892 w 4876800"/>
                <a:gd name="connsiteY12-266" fmla="*/ 433754 h 703455"/>
                <a:gd name="connsiteX13-267" fmla="*/ 2180492 w 4876800"/>
                <a:gd name="connsiteY13-268" fmla="*/ 468923 h 703455"/>
                <a:gd name="connsiteX14-269" fmla="*/ 2028092 w 4876800"/>
                <a:gd name="connsiteY14-270" fmla="*/ 375139 h 703455"/>
                <a:gd name="connsiteX15-271" fmla="*/ 1828800 w 4876800"/>
                <a:gd name="connsiteY15-272" fmla="*/ 211016 h 703455"/>
                <a:gd name="connsiteX16-273" fmla="*/ 1594338 w 4876800"/>
                <a:gd name="connsiteY16-274" fmla="*/ 211016 h 703455"/>
                <a:gd name="connsiteX17-275" fmla="*/ 1371600 w 4876800"/>
                <a:gd name="connsiteY17-276" fmla="*/ 351693 h 703455"/>
                <a:gd name="connsiteX18-277" fmla="*/ 1148861 w 4876800"/>
                <a:gd name="connsiteY18-278" fmla="*/ 433754 h 703455"/>
                <a:gd name="connsiteX19-279" fmla="*/ 973015 w 4876800"/>
                <a:gd name="connsiteY19-280" fmla="*/ 398585 h 703455"/>
                <a:gd name="connsiteX20-281" fmla="*/ 715107 w 4876800"/>
                <a:gd name="connsiteY20-282" fmla="*/ 222739 h 703455"/>
                <a:gd name="connsiteX21-283" fmla="*/ 386861 w 4876800"/>
                <a:gd name="connsiteY21-284" fmla="*/ 117231 h 703455"/>
                <a:gd name="connsiteX22-285" fmla="*/ 46892 w 4876800"/>
                <a:gd name="connsiteY22-286" fmla="*/ 58616 h 703455"/>
                <a:gd name="connsiteX23-287" fmla="*/ 0 w 4876800"/>
                <a:gd name="connsiteY23-288" fmla="*/ 0 h 703455"/>
                <a:gd name="connsiteX0-289" fmla="*/ 0 w 4876800"/>
                <a:gd name="connsiteY0-290" fmla="*/ 0 h 703455"/>
                <a:gd name="connsiteX1-291" fmla="*/ 4876800 w 4876800"/>
                <a:gd name="connsiteY1-292" fmla="*/ 46893 h 703455"/>
                <a:gd name="connsiteX2-293" fmla="*/ 4419600 w 4876800"/>
                <a:gd name="connsiteY2-294" fmla="*/ 152400 h 703455"/>
                <a:gd name="connsiteX3-295" fmla="*/ 4149969 w 4876800"/>
                <a:gd name="connsiteY3-296" fmla="*/ 293077 h 703455"/>
                <a:gd name="connsiteX4-297" fmla="*/ 3950677 w 4876800"/>
                <a:gd name="connsiteY4-298" fmla="*/ 480646 h 703455"/>
                <a:gd name="connsiteX5-299" fmla="*/ 3716215 w 4876800"/>
                <a:gd name="connsiteY5-300" fmla="*/ 633046 h 703455"/>
                <a:gd name="connsiteX6-301" fmla="*/ 3505200 w 4876800"/>
                <a:gd name="connsiteY6-302" fmla="*/ 703385 h 703455"/>
                <a:gd name="connsiteX7-303" fmla="*/ 3200400 w 4876800"/>
                <a:gd name="connsiteY7-304" fmla="*/ 621323 h 703455"/>
                <a:gd name="connsiteX8-305" fmla="*/ 3048000 w 4876800"/>
                <a:gd name="connsiteY8-306" fmla="*/ 422031 h 703455"/>
                <a:gd name="connsiteX9-307" fmla="*/ 2848707 w 4876800"/>
                <a:gd name="connsiteY9-308" fmla="*/ 269631 h 703455"/>
                <a:gd name="connsiteX10-309" fmla="*/ 2649415 w 4876800"/>
                <a:gd name="connsiteY10-310" fmla="*/ 211016 h 703455"/>
                <a:gd name="connsiteX11-311" fmla="*/ 2461846 w 4876800"/>
                <a:gd name="connsiteY11-312" fmla="*/ 269631 h 703455"/>
                <a:gd name="connsiteX12-313" fmla="*/ 2332892 w 4876800"/>
                <a:gd name="connsiteY12-314" fmla="*/ 433754 h 703455"/>
                <a:gd name="connsiteX13-315" fmla="*/ 2180492 w 4876800"/>
                <a:gd name="connsiteY13-316" fmla="*/ 468923 h 703455"/>
                <a:gd name="connsiteX14-317" fmla="*/ 2028092 w 4876800"/>
                <a:gd name="connsiteY14-318" fmla="*/ 375139 h 703455"/>
                <a:gd name="connsiteX15-319" fmla="*/ 1828800 w 4876800"/>
                <a:gd name="connsiteY15-320" fmla="*/ 211016 h 703455"/>
                <a:gd name="connsiteX16-321" fmla="*/ 1594338 w 4876800"/>
                <a:gd name="connsiteY16-322" fmla="*/ 211016 h 703455"/>
                <a:gd name="connsiteX17-323" fmla="*/ 1371600 w 4876800"/>
                <a:gd name="connsiteY17-324" fmla="*/ 351693 h 703455"/>
                <a:gd name="connsiteX18-325" fmla="*/ 1148861 w 4876800"/>
                <a:gd name="connsiteY18-326" fmla="*/ 433754 h 703455"/>
                <a:gd name="connsiteX19-327" fmla="*/ 973015 w 4876800"/>
                <a:gd name="connsiteY19-328" fmla="*/ 398585 h 703455"/>
                <a:gd name="connsiteX20-329" fmla="*/ 715107 w 4876800"/>
                <a:gd name="connsiteY20-330" fmla="*/ 222739 h 703455"/>
                <a:gd name="connsiteX21-331" fmla="*/ 386861 w 4876800"/>
                <a:gd name="connsiteY21-332" fmla="*/ 117231 h 703455"/>
                <a:gd name="connsiteX22-333" fmla="*/ 46892 w 4876800"/>
                <a:gd name="connsiteY22-334" fmla="*/ 58616 h 703455"/>
                <a:gd name="connsiteX23-335" fmla="*/ 0 w 4876800"/>
                <a:gd name="connsiteY23-336" fmla="*/ 0 h 703455"/>
                <a:gd name="connsiteX0-337" fmla="*/ 0 w 4876800"/>
                <a:gd name="connsiteY0-338" fmla="*/ 0 h 703455"/>
                <a:gd name="connsiteX1-339" fmla="*/ 4876800 w 4876800"/>
                <a:gd name="connsiteY1-340" fmla="*/ 46893 h 703455"/>
                <a:gd name="connsiteX2-341" fmla="*/ 4419600 w 4876800"/>
                <a:gd name="connsiteY2-342" fmla="*/ 152400 h 703455"/>
                <a:gd name="connsiteX3-343" fmla="*/ 4149969 w 4876800"/>
                <a:gd name="connsiteY3-344" fmla="*/ 293077 h 703455"/>
                <a:gd name="connsiteX4-345" fmla="*/ 3950677 w 4876800"/>
                <a:gd name="connsiteY4-346" fmla="*/ 480646 h 703455"/>
                <a:gd name="connsiteX5-347" fmla="*/ 3716215 w 4876800"/>
                <a:gd name="connsiteY5-348" fmla="*/ 633046 h 703455"/>
                <a:gd name="connsiteX6-349" fmla="*/ 3505200 w 4876800"/>
                <a:gd name="connsiteY6-350" fmla="*/ 703385 h 703455"/>
                <a:gd name="connsiteX7-351" fmla="*/ 3200400 w 4876800"/>
                <a:gd name="connsiteY7-352" fmla="*/ 621323 h 703455"/>
                <a:gd name="connsiteX8-353" fmla="*/ 3048000 w 4876800"/>
                <a:gd name="connsiteY8-354" fmla="*/ 422031 h 703455"/>
                <a:gd name="connsiteX9-355" fmla="*/ 2848707 w 4876800"/>
                <a:gd name="connsiteY9-356" fmla="*/ 269631 h 703455"/>
                <a:gd name="connsiteX10-357" fmla="*/ 2649415 w 4876800"/>
                <a:gd name="connsiteY10-358" fmla="*/ 211016 h 703455"/>
                <a:gd name="connsiteX11-359" fmla="*/ 2461846 w 4876800"/>
                <a:gd name="connsiteY11-360" fmla="*/ 269631 h 703455"/>
                <a:gd name="connsiteX12-361" fmla="*/ 2332892 w 4876800"/>
                <a:gd name="connsiteY12-362" fmla="*/ 433754 h 703455"/>
                <a:gd name="connsiteX13-363" fmla="*/ 2180492 w 4876800"/>
                <a:gd name="connsiteY13-364" fmla="*/ 468923 h 703455"/>
                <a:gd name="connsiteX14-365" fmla="*/ 2028092 w 4876800"/>
                <a:gd name="connsiteY14-366" fmla="*/ 375139 h 703455"/>
                <a:gd name="connsiteX15-367" fmla="*/ 1828800 w 4876800"/>
                <a:gd name="connsiteY15-368" fmla="*/ 211016 h 703455"/>
                <a:gd name="connsiteX16-369" fmla="*/ 1594338 w 4876800"/>
                <a:gd name="connsiteY16-370" fmla="*/ 211016 h 703455"/>
                <a:gd name="connsiteX17-371" fmla="*/ 1371600 w 4876800"/>
                <a:gd name="connsiteY17-372" fmla="*/ 351693 h 703455"/>
                <a:gd name="connsiteX18-373" fmla="*/ 1148861 w 4876800"/>
                <a:gd name="connsiteY18-374" fmla="*/ 433754 h 703455"/>
                <a:gd name="connsiteX19-375" fmla="*/ 973015 w 4876800"/>
                <a:gd name="connsiteY19-376" fmla="*/ 398585 h 703455"/>
                <a:gd name="connsiteX20-377" fmla="*/ 715107 w 4876800"/>
                <a:gd name="connsiteY20-378" fmla="*/ 222739 h 703455"/>
                <a:gd name="connsiteX21-379" fmla="*/ 386861 w 4876800"/>
                <a:gd name="connsiteY21-380" fmla="*/ 117231 h 703455"/>
                <a:gd name="connsiteX22-381" fmla="*/ 46892 w 4876800"/>
                <a:gd name="connsiteY22-382" fmla="*/ 58616 h 703455"/>
                <a:gd name="connsiteX23-383" fmla="*/ 0 w 4876800"/>
                <a:gd name="connsiteY23-384" fmla="*/ 0 h 703455"/>
                <a:gd name="connsiteX0-385" fmla="*/ 0 w 4876800"/>
                <a:gd name="connsiteY0-386" fmla="*/ 0 h 703455"/>
                <a:gd name="connsiteX1-387" fmla="*/ 4876800 w 4876800"/>
                <a:gd name="connsiteY1-388" fmla="*/ 46893 h 703455"/>
                <a:gd name="connsiteX2-389" fmla="*/ 4419600 w 4876800"/>
                <a:gd name="connsiteY2-390" fmla="*/ 152400 h 703455"/>
                <a:gd name="connsiteX3-391" fmla="*/ 4149969 w 4876800"/>
                <a:gd name="connsiteY3-392" fmla="*/ 293077 h 703455"/>
                <a:gd name="connsiteX4-393" fmla="*/ 3950677 w 4876800"/>
                <a:gd name="connsiteY4-394" fmla="*/ 480646 h 703455"/>
                <a:gd name="connsiteX5-395" fmla="*/ 3716215 w 4876800"/>
                <a:gd name="connsiteY5-396" fmla="*/ 633046 h 703455"/>
                <a:gd name="connsiteX6-397" fmla="*/ 3505200 w 4876800"/>
                <a:gd name="connsiteY6-398" fmla="*/ 703385 h 703455"/>
                <a:gd name="connsiteX7-399" fmla="*/ 3200400 w 4876800"/>
                <a:gd name="connsiteY7-400" fmla="*/ 621323 h 703455"/>
                <a:gd name="connsiteX8-401" fmla="*/ 3048000 w 4876800"/>
                <a:gd name="connsiteY8-402" fmla="*/ 422031 h 703455"/>
                <a:gd name="connsiteX9-403" fmla="*/ 2848707 w 4876800"/>
                <a:gd name="connsiteY9-404" fmla="*/ 269631 h 703455"/>
                <a:gd name="connsiteX10-405" fmla="*/ 2649415 w 4876800"/>
                <a:gd name="connsiteY10-406" fmla="*/ 211016 h 703455"/>
                <a:gd name="connsiteX11-407" fmla="*/ 2461846 w 4876800"/>
                <a:gd name="connsiteY11-408" fmla="*/ 269631 h 703455"/>
                <a:gd name="connsiteX12-409" fmla="*/ 2332892 w 4876800"/>
                <a:gd name="connsiteY12-410" fmla="*/ 433754 h 703455"/>
                <a:gd name="connsiteX13-411" fmla="*/ 2180492 w 4876800"/>
                <a:gd name="connsiteY13-412" fmla="*/ 468923 h 703455"/>
                <a:gd name="connsiteX14-413" fmla="*/ 2028092 w 4876800"/>
                <a:gd name="connsiteY14-414" fmla="*/ 375139 h 703455"/>
                <a:gd name="connsiteX15-415" fmla="*/ 1828800 w 4876800"/>
                <a:gd name="connsiteY15-416" fmla="*/ 211016 h 703455"/>
                <a:gd name="connsiteX16-417" fmla="*/ 1594338 w 4876800"/>
                <a:gd name="connsiteY16-418" fmla="*/ 211016 h 703455"/>
                <a:gd name="connsiteX17-419" fmla="*/ 1371600 w 4876800"/>
                <a:gd name="connsiteY17-420" fmla="*/ 351693 h 703455"/>
                <a:gd name="connsiteX18-421" fmla="*/ 1148861 w 4876800"/>
                <a:gd name="connsiteY18-422" fmla="*/ 433754 h 703455"/>
                <a:gd name="connsiteX19-423" fmla="*/ 973015 w 4876800"/>
                <a:gd name="connsiteY19-424" fmla="*/ 398585 h 703455"/>
                <a:gd name="connsiteX20-425" fmla="*/ 715107 w 4876800"/>
                <a:gd name="connsiteY20-426" fmla="*/ 222739 h 703455"/>
                <a:gd name="connsiteX21-427" fmla="*/ 386861 w 4876800"/>
                <a:gd name="connsiteY21-428" fmla="*/ 117231 h 703455"/>
                <a:gd name="connsiteX22-429" fmla="*/ 46892 w 4876800"/>
                <a:gd name="connsiteY22-430" fmla="*/ 58616 h 703455"/>
                <a:gd name="connsiteX23-431" fmla="*/ 0 w 4876800"/>
                <a:gd name="connsiteY23-432" fmla="*/ 0 h 703455"/>
                <a:gd name="connsiteX0-433" fmla="*/ 0 w 4876800"/>
                <a:gd name="connsiteY0-434" fmla="*/ 0 h 703455"/>
                <a:gd name="connsiteX1-435" fmla="*/ 4876800 w 4876800"/>
                <a:gd name="connsiteY1-436" fmla="*/ 46893 h 703455"/>
                <a:gd name="connsiteX2-437" fmla="*/ 4419600 w 4876800"/>
                <a:gd name="connsiteY2-438" fmla="*/ 152400 h 703455"/>
                <a:gd name="connsiteX3-439" fmla="*/ 4149969 w 4876800"/>
                <a:gd name="connsiteY3-440" fmla="*/ 293077 h 703455"/>
                <a:gd name="connsiteX4-441" fmla="*/ 3950677 w 4876800"/>
                <a:gd name="connsiteY4-442" fmla="*/ 480646 h 703455"/>
                <a:gd name="connsiteX5-443" fmla="*/ 3716215 w 4876800"/>
                <a:gd name="connsiteY5-444" fmla="*/ 633046 h 703455"/>
                <a:gd name="connsiteX6-445" fmla="*/ 3505200 w 4876800"/>
                <a:gd name="connsiteY6-446" fmla="*/ 703385 h 703455"/>
                <a:gd name="connsiteX7-447" fmla="*/ 3200400 w 4876800"/>
                <a:gd name="connsiteY7-448" fmla="*/ 621323 h 703455"/>
                <a:gd name="connsiteX8-449" fmla="*/ 2848707 w 4876800"/>
                <a:gd name="connsiteY8-450" fmla="*/ 269631 h 703455"/>
                <a:gd name="connsiteX9-451" fmla="*/ 2649415 w 4876800"/>
                <a:gd name="connsiteY9-452" fmla="*/ 211016 h 703455"/>
                <a:gd name="connsiteX10-453" fmla="*/ 2461846 w 4876800"/>
                <a:gd name="connsiteY10-454" fmla="*/ 269631 h 703455"/>
                <a:gd name="connsiteX11-455" fmla="*/ 2332892 w 4876800"/>
                <a:gd name="connsiteY11-456" fmla="*/ 433754 h 703455"/>
                <a:gd name="connsiteX12-457" fmla="*/ 2180492 w 4876800"/>
                <a:gd name="connsiteY12-458" fmla="*/ 468923 h 703455"/>
                <a:gd name="connsiteX13-459" fmla="*/ 2028092 w 4876800"/>
                <a:gd name="connsiteY13-460" fmla="*/ 375139 h 703455"/>
                <a:gd name="connsiteX14-461" fmla="*/ 1828800 w 4876800"/>
                <a:gd name="connsiteY14-462" fmla="*/ 211016 h 703455"/>
                <a:gd name="connsiteX15-463" fmla="*/ 1594338 w 4876800"/>
                <a:gd name="connsiteY15-464" fmla="*/ 211016 h 703455"/>
                <a:gd name="connsiteX16-465" fmla="*/ 1371600 w 4876800"/>
                <a:gd name="connsiteY16-466" fmla="*/ 351693 h 703455"/>
                <a:gd name="connsiteX17-467" fmla="*/ 1148861 w 4876800"/>
                <a:gd name="connsiteY17-468" fmla="*/ 433754 h 703455"/>
                <a:gd name="connsiteX18-469" fmla="*/ 973015 w 4876800"/>
                <a:gd name="connsiteY18-470" fmla="*/ 398585 h 703455"/>
                <a:gd name="connsiteX19-471" fmla="*/ 715107 w 4876800"/>
                <a:gd name="connsiteY19-472" fmla="*/ 222739 h 703455"/>
                <a:gd name="connsiteX20-473" fmla="*/ 386861 w 4876800"/>
                <a:gd name="connsiteY20-474" fmla="*/ 117231 h 703455"/>
                <a:gd name="connsiteX21-475" fmla="*/ 46892 w 4876800"/>
                <a:gd name="connsiteY21-476" fmla="*/ 58616 h 703455"/>
                <a:gd name="connsiteX22-477" fmla="*/ 0 w 4876800"/>
                <a:gd name="connsiteY22-478" fmla="*/ 0 h 703455"/>
                <a:gd name="connsiteX0-479" fmla="*/ 0 w 4876800"/>
                <a:gd name="connsiteY0-480" fmla="*/ 0 h 703455"/>
                <a:gd name="connsiteX1-481" fmla="*/ 4876800 w 4876800"/>
                <a:gd name="connsiteY1-482" fmla="*/ 46893 h 703455"/>
                <a:gd name="connsiteX2-483" fmla="*/ 4419600 w 4876800"/>
                <a:gd name="connsiteY2-484" fmla="*/ 152400 h 703455"/>
                <a:gd name="connsiteX3-485" fmla="*/ 4149969 w 4876800"/>
                <a:gd name="connsiteY3-486" fmla="*/ 293077 h 703455"/>
                <a:gd name="connsiteX4-487" fmla="*/ 3716215 w 4876800"/>
                <a:gd name="connsiteY4-488" fmla="*/ 633046 h 703455"/>
                <a:gd name="connsiteX5-489" fmla="*/ 3505200 w 4876800"/>
                <a:gd name="connsiteY5-490" fmla="*/ 703385 h 703455"/>
                <a:gd name="connsiteX6-491" fmla="*/ 3200400 w 4876800"/>
                <a:gd name="connsiteY6-492" fmla="*/ 621323 h 703455"/>
                <a:gd name="connsiteX7-493" fmla="*/ 2848707 w 4876800"/>
                <a:gd name="connsiteY7-494" fmla="*/ 269631 h 703455"/>
                <a:gd name="connsiteX8-495" fmla="*/ 2649415 w 4876800"/>
                <a:gd name="connsiteY8-496" fmla="*/ 211016 h 703455"/>
                <a:gd name="connsiteX9-497" fmla="*/ 2461846 w 4876800"/>
                <a:gd name="connsiteY9-498" fmla="*/ 269631 h 703455"/>
                <a:gd name="connsiteX10-499" fmla="*/ 2332892 w 4876800"/>
                <a:gd name="connsiteY10-500" fmla="*/ 433754 h 703455"/>
                <a:gd name="connsiteX11-501" fmla="*/ 2180492 w 4876800"/>
                <a:gd name="connsiteY11-502" fmla="*/ 468923 h 703455"/>
                <a:gd name="connsiteX12-503" fmla="*/ 2028092 w 4876800"/>
                <a:gd name="connsiteY12-504" fmla="*/ 375139 h 703455"/>
                <a:gd name="connsiteX13-505" fmla="*/ 1828800 w 4876800"/>
                <a:gd name="connsiteY13-506" fmla="*/ 211016 h 703455"/>
                <a:gd name="connsiteX14-507" fmla="*/ 1594338 w 4876800"/>
                <a:gd name="connsiteY14-508" fmla="*/ 211016 h 703455"/>
                <a:gd name="connsiteX15-509" fmla="*/ 1371600 w 4876800"/>
                <a:gd name="connsiteY15-510" fmla="*/ 351693 h 703455"/>
                <a:gd name="connsiteX16-511" fmla="*/ 1148861 w 4876800"/>
                <a:gd name="connsiteY16-512" fmla="*/ 433754 h 703455"/>
                <a:gd name="connsiteX17-513" fmla="*/ 973015 w 4876800"/>
                <a:gd name="connsiteY17-514" fmla="*/ 398585 h 703455"/>
                <a:gd name="connsiteX18-515" fmla="*/ 715107 w 4876800"/>
                <a:gd name="connsiteY18-516" fmla="*/ 222739 h 703455"/>
                <a:gd name="connsiteX19-517" fmla="*/ 386861 w 4876800"/>
                <a:gd name="connsiteY19-518" fmla="*/ 117231 h 703455"/>
                <a:gd name="connsiteX20-519" fmla="*/ 46892 w 4876800"/>
                <a:gd name="connsiteY20-520" fmla="*/ 58616 h 703455"/>
                <a:gd name="connsiteX21-521" fmla="*/ 0 w 4876800"/>
                <a:gd name="connsiteY21-522" fmla="*/ 0 h 703455"/>
                <a:gd name="connsiteX0-523" fmla="*/ 0 w 5133164"/>
                <a:gd name="connsiteY0-524" fmla="*/ 0 h 703455"/>
                <a:gd name="connsiteX1-525" fmla="*/ 4876800 w 5133164"/>
                <a:gd name="connsiteY1-526" fmla="*/ 46893 h 703455"/>
                <a:gd name="connsiteX2-527" fmla="*/ 4419600 w 5133164"/>
                <a:gd name="connsiteY2-528" fmla="*/ 152400 h 703455"/>
                <a:gd name="connsiteX3-529" fmla="*/ 4149969 w 5133164"/>
                <a:gd name="connsiteY3-530" fmla="*/ 293077 h 703455"/>
                <a:gd name="connsiteX4-531" fmla="*/ 3716215 w 5133164"/>
                <a:gd name="connsiteY4-532" fmla="*/ 633046 h 703455"/>
                <a:gd name="connsiteX5-533" fmla="*/ 3505200 w 5133164"/>
                <a:gd name="connsiteY5-534" fmla="*/ 703385 h 703455"/>
                <a:gd name="connsiteX6-535" fmla="*/ 3200400 w 5133164"/>
                <a:gd name="connsiteY6-536" fmla="*/ 621323 h 703455"/>
                <a:gd name="connsiteX7-537" fmla="*/ 2848707 w 5133164"/>
                <a:gd name="connsiteY7-538" fmla="*/ 269631 h 703455"/>
                <a:gd name="connsiteX8-539" fmla="*/ 2649415 w 5133164"/>
                <a:gd name="connsiteY8-540" fmla="*/ 211016 h 703455"/>
                <a:gd name="connsiteX9-541" fmla="*/ 2461846 w 5133164"/>
                <a:gd name="connsiteY9-542" fmla="*/ 269631 h 703455"/>
                <a:gd name="connsiteX10-543" fmla="*/ 2332892 w 5133164"/>
                <a:gd name="connsiteY10-544" fmla="*/ 433754 h 703455"/>
                <a:gd name="connsiteX11-545" fmla="*/ 2180492 w 5133164"/>
                <a:gd name="connsiteY11-546" fmla="*/ 468923 h 703455"/>
                <a:gd name="connsiteX12-547" fmla="*/ 2028092 w 5133164"/>
                <a:gd name="connsiteY12-548" fmla="*/ 375139 h 703455"/>
                <a:gd name="connsiteX13-549" fmla="*/ 1828800 w 5133164"/>
                <a:gd name="connsiteY13-550" fmla="*/ 211016 h 703455"/>
                <a:gd name="connsiteX14-551" fmla="*/ 1594338 w 5133164"/>
                <a:gd name="connsiteY14-552" fmla="*/ 211016 h 703455"/>
                <a:gd name="connsiteX15-553" fmla="*/ 1371600 w 5133164"/>
                <a:gd name="connsiteY15-554" fmla="*/ 351693 h 703455"/>
                <a:gd name="connsiteX16-555" fmla="*/ 1148861 w 5133164"/>
                <a:gd name="connsiteY16-556" fmla="*/ 433754 h 703455"/>
                <a:gd name="connsiteX17-557" fmla="*/ 973015 w 5133164"/>
                <a:gd name="connsiteY17-558" fmla="*/ 398585 h 703455"/>
                <a:gd name="connsiteX18-559" fmla="*/ 715107 w 5133164"/>
                <a:gd name="connsiteY18-560" fmla="*/ 222739 h 703455"/>
                <a:gd name="connsiteX19-561" fmla="*/ 386861 w 5133164"/>
                <a:gd name="connsiteY19-562" fmla="*/ 117231 h 703455"/>
                <a:gd name="connsiteX20-563" fmla="*/ 46892 w 5133164"/>
                <a:gd name="connsiteY20-564" fmla="*/ 58616 h 703455"/>
                <a:gd name="connsiteX21-565" fmla="*/ 0 w 5133164"/>
                <a:gd name="connsiteY21-566" fmla="*/ 0 h 703455"/>
                <a:gd name="connsiteX0-567" fmla="*/ 0 w 5133164"/>
                <a:gd name="connsiteY0-568" fmla="*/ 0 h 703455"/>
                <a:gd name="connsiteX1-569" fmla="*/ 4876800 w 5133164"/>
                <a:gd name="connsiteY1-570" fmla="*/ 46893 h 703455"/>
                <a:gd name="connsiteX2-571" fmla="*/ 4419600 w 5133164"/>
                <a:gd name="connsiteY2-572" fmla="*/ 152400 h 703455"/>
                <a:gd name="connsiteX3-573" fmla="*/ 4149969 w 5133164"/>
                <a:gd name="connsiteY3-574" fmla="*/ 293077 h 703455"/>
                <a:gd name="connsiteX4-575" fmla="*/ 3716215 w 5133164"/>
                <a:gd name="connsiteY4-576" fmla="*/ 633046 h 703455"/>
                <a:gd name="connsiteX5-577" fmla="*/ 3505200 w 5133164"/>
                <a:gd name="connsiteY5-578" fmla="*/ 703385 h 703455"/>
                <a:gd name="connsiteX6-579" fmla="*/ 3200400 w 5133164"/>
                <a:gd name="connsiteY6-580" fmla="*/ 621323 h 703455"/>
                <a:gd name="connsiteX7-581" fmla="*/ 2848707 w 5133164"/>
                <a:gd name="connsiteY7-582" fmla="*/ 269631 h 703455"/>
                <a:gd name="connsiteX8-583" fmla="*/ 2649415 w 5133164"/>
                <a:gd name="connsiteY8-584" fmla="*/ 211016 h 703455"/>
                <a:gd name="connsiteX9-585" fmla="*/ 2461846 w 5133164"/>
                <a:gd name="connsiteY9-586" fmla="*/ 269631 h 703455"/>
                <a:gd name="connsiteX10-587" fmla="*/ 2332892 w 5133164"/>
                <a:gd name="connsiteY10-588" fmla="*/ 433754 h 703455"/>
                <a:gd name="connsiteX11-589" fmla="*/ 2180492 w 5133164"/>
                <a:gd name="connsiteY11-590" fmla="*/ 468923 h 703455"/>
                <a:gd name="connsiteX12-591" fmla="*/ 2028092 w 5133164"/>
                <a:gd name="connsiteY12-592" fmla="*/ 375139 h 703455"/>
                <a:gd name="connsiteX13-593" fmla="*/ 1828800 w 5133164"/>
                <a:gd name="connsiteY13-594" fmla="*/ 211016 h 703455"/>
                <a:gd name="connsiteX14-595" fmla="*/ 1594338 w 5133164"/>
                <a:gd name="connsiteY14-596" fmla="*/ 211016 h 703455"/>
                <a:gd name="connsiteX15-597" fmla="*/ 1371600 w 5133164"/>
                <a:gd name="connsiteY15-598" fmla="*/ 351693 h 703455"/>
                <a:gd name="connsiteX16-599" fmla="*/ 1148861 w 5133164"/>
                <a:gd name="connsiteY16-600" fmla="*/ 433754 h 703455"/>
                <a:gd name="connsiteX17-601" fmla="*/ 973015 w 5133164"/>
                <a:gd name="connsiteY17-602" fmla="*/ 398585 h 703455"/>
                <a:gd name="connsiteX18-603" fmla="*/ 715107 w 5133164"/>
                <a:gd name="connsiteY18-604" fmla="*/ 222739 h 703455"/>
                <a:gd name="connsiteX19-605" fmla="*/ 386861 w 5133164"/>
                <a:gd name="connsiteY19-606" fmla="*/ 117231 h 703455"/>
                <a:gd name="connsiteX20-607" fmla="*/ 46892 w 5133164"/>
                <a:gd name="connsiteY20-608" fmla="*/ 58616 h 703455"/>
                <a:gd name="connsiteX21-609" fmla="*/ 0 w 5133164"/>
                <a:gd name="connsiteY21-610" fmla="*/ 0 h 703455"/>
                <a:gd name="connsiteX0-611" fmla="*/ 0 w 5133164"/>
                <a:gd name="connsiteY0-612" fmla="*/ 0 h 703455"/>
                <a:gd name="connsiteX1-613" fmla="*/ 4876800 w 5133164"/>
                <a:gd name="connsiteY1-614" fmla="*/ 46893 h 703455"/>
                <a:gd name="connsiteX2-615" fmla="*/ 4419600 w 5133164"/>
                <a:gd name="connsiteY2-616" fmla="*/ 152400 h 703455"/>
                <a:gd name="connsiteX3-617" fmla="*/ 4149969 w 5133164"/>
                <a:gd name="connsiteY3-618" fmla="*/ 293077 h 703455"/>
                <a:gd name="connsiteX4-619" fmla="*/ 3716215 w 5133164"/>
                <a:gd name="connsiteY4-620" fmla="*/ 633046 h 703455"/>
                <a:gd name="connsiteX5-621" fmla="*/ 3505200 w 5133164"/>
                <a:gd name="connsiteY5-622" fmla="*/ 703385 h 703455"/>
                <a:gd name="connsiteX6-623" fmla="*/ 3200400 w 5133164"/>
                <a:gd name="connsiteY6-624" fmla="*/ 621323 h 703455"/>
                <a:gd name="connsiteX7-625" fmla="*/ 2848707 w 5133164"/>
                <a:gd name="connsiteY7-626" fmla="*/ 269631 h 703455"/>
                <a:gd name="connsiteX8-627" fmla="*/ 2649415 w 5133164"/>
                <a:gd name="connsiteY8-628" fmla="*/ 211016 h 703455"/>
                <a:gd name="connsiteX9-629" fmla="*/ 2461846 w 5133164"/>
                <a:gd name="connsiteY9-630" fmla="*/ 269631 h 703455"/>
                <a:gd name="connsiteX10-631" fmla="*/ 2332892 w 5133164"/>
                <a:gd name="connsiteY10-632" fmla="*/ 433754 h 703455"/>
                <a:gd name="connsiteX11-633" fmla="*/ 2180492 w 5133164"/>
                <a:gd name="connsiteY11-634" fmla="*/ 468923 h 703455"/>
                <a:gd name="connsiteX12-635" fmla="*/ 2028092 w 5133164"/>
                <a:gd name="connsiteY12-636" fmla="*/ 375139 h 703455"/>
                <a:gd name="connsiteX13-637" fmla="*/ 1828800 w 5133164"/>
                <a:gd name="connsiteY13-638" fmla="*/ 211016 h 703455"/>
                <a:gd name="connsiteX14-639" fmla="*/ 1594338 w 5133164"/>
                <a:gd name="connsiteY14-640" fmla="*/ 211016 h 703455"/>
                <a:gd name="connsiteX15-641" fmla="*/ 1371600 w 5133164"/>
                <a:gd name="connsiteY15-642" fmla="*/ 351693 h 703455"/>
                <a:gd name="connsiteX16-643" fmla="*/ 1148861 w 5133164"/>
                <a:gd name="connsiteY16-644" fmla="*/ 433754 h 703455"/>
                <a:gd name="connsiteX17-645" fmla="*/ 973015 w 5133164"/>
                <a:gd name="connsiteY17-646" fmla="*/ 398585 h 703455"/>
                <a:gd name="connsiteX18-647" fmla="*/ 715107 w 5133164"/>
                <a:gd name="connsiteY18-648" fmla="*/ 222739 h 703455"/>
                <a:gd name="connsiteX19-649" fmla="*/ 386861 w 5133164"/>
                <a:gd name="connsiteY19-650" fmla="*/ 117231 h 703455"/>
                <a:gd name="connsiteX20-651" fmla="*/ 46892 w 5133164"/>
                <a:gd name="connsiteY20-652" fmla="*/ 58616 h 703455"/>
                <a:gd name="connsiteX21-653" fmla="*/ 0 w 5133164"/>
                <a:gd name="connsiteY21-654" fmla="*/ 0 h 703455"/>
                <a:gd name="connsiteX0-655" fmla="*/ 0 w 5133164"/>
                <a:gd name="connsiteY0-656" fmla="*/ 0 h 703455"/>
                <a:gd name="connsiteX1-657" fmla="*/ 4876800 w 5133164"/>
                <a:gd name="connsiteY1-658" fmla="*/ 46893 h 703455"/>
                <a:gd name="connsiteX2-659" fmla="*/ 4419600 w 5133164"/>
                <a:gd name="connsiteY2-660" fmla="*/ 152400 h 703455"/>
                <a:gd name="connsiteX3-661" fmla="*/ 4149969 w 5133164"/>
                <a:gd name="connsiteY3-662" fmla="*/ 293077 h 703455"/>
                <a:gd name="connsiteX4-663" fmla="*/ 3716215 w 5133164"/>
                <a:gd name="connsiteY4-664" fmla="*/ 633046 h 703455"/>
                <a:gd name="connsiteX5-665" fmla="*/ 3505200 w 5133164"/>
                <a:gd name="connsiteY5-666" fmla="*/ 703385 h 703455"/>
                <a:gd name="connsiteX6-667" fmla="*/ 3200400 w 5133164"/>
                <a:gd name="connsiteY6-668" fmla="*/ 621323 h 703455"/>
                <a:gd name="connsiteX7-669" fmla="*/ 2848707 w 5133164"/>
                <a:gd name="connsiteY7-670" fmla="*/ 269631 h 703455"/>
                <a:gd name="connsiteX8-671" fmla="*/ 2649415 w 5133164"/>
                <a:gd name="connsiteY8-672" fmla="*/ 211016 h 703455"/>
                <a:gd name="connsiteX9-673" fmla="*/ 2461846 w 5133164"/>
                <a:gd name="connsiteY9-674" fmla="*/ 269631 h 703455"/>
                <a:gd name="connsiteX10-675" fmla="*/ 2332892 w 5133164"/>
                <a:gd name="connsiteY10-676" fmla="*/ 433754 h 703455"/>
                <a:gd name="connsiteX11-677" fmla="*/ 2180492 w 5133164"/>
                <a:gd name="connsiteY11-678" fmla="*/ 468923 h 703455"/>
                <a:gd name="connsiteX12-679" fmla="*/ 2028092 w 5133164"/>
                <a:gd name="connsiteY12-680" fmla="*/ 375139 h 703455"/>
                <a:gd name="connsiteX13-681" fmla="*/ 1828800 w 5133164"/>
                <a:gd name="connsiteY13-682" fmla="*/ 211016 h 703455"/>
                <a:gd name="connsiteX14-683" fmla="*/ 1594338 w 5133164"/>
                <a:gd name="connsiteY14-684" fmla="*/ 211016 h 703455"/>
                <a:gd name="connsiteX15-685" fmla="*/ 1371600 w 5133164"/>
                <a:gd name="connsiteY15-686" fmla="*/ 351693 h 703455"/>
                <a:gd name="connsiteX16-687" fmla="*/ 1148861 w 5133164"/>
                <a:gd name="connsiteY16-688" fmla="*/ 433754 h 703455"/>
                <a:gd name="connsiteX17-689" fmla="*/ 973015 w 5133164"/>
                <a:gd name="connsiteY17-690" fmla="*/ 398585 h 703455"/>
                <a:gd name="connsiteX18-691" fmla="*/ 715107 w 5133164"/>
                <a:gd name="connsiteY18-692" fmla="*/ 222739 h 703455"/>
                <a:gd name="connsiteX19-693" fmla="*/ 386861 w 5133164"/>
                <a:gd name="connsiteY19-694" fmla="*/ 117231 h 703455"/>
                <a:gd name="connsiteX20-695" fmla="*/ 0 w 5133164"/>
                <a:gd name="connsiteY20-696" fmla="*/ 0 h 703455"/>
                <a:gd name="connsiteX0-697" fmla="*/ 0 w 5133164"/>
                <a:gd name="connsiteY0-698" fmla="*/ 0 h 703455"/>
                <a:gd name="connsiteX1-699" fmla="*/ 4876800 w 5133164"/>
                <a:gd name="connsiteY1-700" fmla="*/ 46893 h 703455"/>
                <a:gd name="connsiteX2-701" fmla="*/ 4419600 w 5133164"/>
                <a:gd name="connsiteY2-702" fmla="*/ 152400 h 703455"/>
                <a:gd name="connsiteX3-703" fmla="*/ 4149969 w 5133164"/>
                <a:gd name="connsiteY3-704" fmla="*/ 293077 h 703455"/>
                <a:gd name="connsiteX4-705" fmla="*/ 3716215 w 5133164"/>
                <a:gd name="connsiteY4-706" fmla="*/ 633046 h 703455"/>
                <a:gd name="connsiteX5-707" fmla="*/ 3505200 w 5133164"/>
                <a:gd name="connsiteY5-708" fmla="*/ 703385 h 703455"/>
                <a:gd name="connsiteX6-709" fmla="*/ 3200400 w 5133164"/>
                <a:gd name="connsiteY6-710" fmla="*/ 621323 h 703455"/>
                <a:gd name="connsiteX7-711" fmla="*/ 2848707 w 5133164"/>
                <a:gd name="connsiteY7-712" fmla="*/ 269631 h 703455"/>
                <a:gd name="connsiteX8-713" fmla="*/ 2649415 w 5133164"/>
                <a:gd name="connsiteY8-714" fmla="*/ 211016 h 703455"/>
                <a:gd name="connsiteX9-715" fmla="*/ 2461846 w 5133164"/>
                <a:gd name="connsiteY9-716" fmla="*/ 269631 h 703455"/>
                <a:gd name="connsiteX10-717" fmla="*/ 2332892 w 5133164"/>
                <a:gd name="connsiteY10-718" fmla="*/ 433754 h 703455"/>
                <a:gd name="connsiteX11-719" fmla="*/ 2180492 w 5133164"/>
                <a:gd name="connsiteY11-720" fmla="*/ 468923 h 703455"/>
                <a:gd name="connsiteX12-721" fmla="*/ 2028092 w 5133164"/>
                <a:gd name="connsiteY12-722" fmla="*/ 375139 h 703455"/>
                <a:gd name="connsiteX13-723" fmla="*/ 1828800 w 5133164"/>
                <a:gd name="connsiteY13-724" fmla="*/ 211016 h 703455"/>
                <a:gd name="connsiteX14-725" fmla="*/ 1594338 w 5133164"/>
                <a:gd name="connsiteY14-726" fmla="*/ 211016 h 703455"/>
                <a:gd name="connsiteX15-727" fmla="*/ 1371600 w 5133164"/>
                <a:gd name="connsiteY15-728" fmla="*/ 351693 h 703455"/>
                <a:gd name="connsiteX16-729" fmla="*/ 1148861 w 5133164"/>
                <a:gd name="connsiteY16-730" fmla="*/ 433754 h 703455"/>
                <a:gd name="connsiteX17-731" fmla="*/ 973015 w 5133164"/>
                <a:gd name="connsiteY17-732" fmla="*/ 398585 h 703455"/>
                <a:gd name="connsiteX18-733" fmla="*/ 715107 w 5133164"/>
                <a:gd name="connsiteY18-734" fmla="*/ 222739 h 703455"/>
                <a:gd name="connsiteX19-735" fmla="*/ 386861 w 5133164"/>
                <a:gd name="connsiteY19-736" fmla="*/ 117231 h 703455"/>
                <a:gd name="connsiteX20-737" fmla="*/ 0 w 5133164"/>
                <a:gd name="connsiteY20-738" fmla="*/ 0 h 703455"/>
                <a:gd name="connsiteX0-739" fmla="*/ 0 w 5133164"/>
                <a:gd name="connsiteY0-740" fmla="*/ 0 h 703455"/>
                <a:gd name="connsiteX1-741" fmla="*/ 4876800 w 5133164"/>
                <a:gd name="connsiteY1-742" fmla="*/ 46893 h 703455"/>
                <a:gd name="connsiteX2-743" fmla="*/ 4419600 w 5133164"/>
                <a:gd name="connsiteY2-744" fmla="*/ 152400 h 703455"/>
                <a:gd name="connsiteX3-745" fmla="*/ 4149969 w 5133164"/>
                <a:gd name="connsiteY3-746" fmla="*/ 293077 h 703455"/>
                <a:gd name="connsiteX4-747" fmla="*/ 3716215 w 5133164"/>
                <a:gd name="connsiteY4-748" fmla="*/ 633046 h 703455"/>
                <a:gd name="connsiteX5-749" fmla="*/ 3505200 w 5133164"/>
                <a:gd name="connsiteY5-750" fmla="*/ 703385 h 703455"/>
                <a:gd name="connsiteX6-751" fmla="*/ 3200400 w 5133164"/>
                <a:gd name="connsiteY6-752" fmla="*/ 621323 h 703455"/>
                <a:gd name="connsiteX7-753" fmla="*/ 2848707 w 5133164"/>
                <a:gd name="connsiteY7-754" fmla="*/ 269631 h 703455"/>
                <a:gd name="connsiteX8-755" fmla="*/ 2649415 w 5133164"/>
                <a:gd name="connsiteY8-756" fmla="*/ 211016 h 703455"/>
                <a:gd name="connsiteX9-757" fmla="*/ 2487246 w 5133164"/>
                <a:gd name="connsiteY9-758" fmla="*/ 279791 h 703455"/>
                <a:gd name="connsiteX10-759" fmla="*/ 2332892 w 5133164"/>
                <a:gd name="connsiteY10-760" fmla="*/ 433754 h 703455"/>
                <a:gd name="connsiteX11-761" fmla="*/ 2180492 w 5133164"/>
                <a:gd name="connsiteY11-762" fmla="*/ 468923 h 703455"/>
                <a:gd name="connsiteX12-763" fmla="*/ 2028092 w 5133164"/>
                <a:gd name="connsiteY12-764" fmla="*/ 375139 h 703455"/>
                <a:gd name="connsiteX13-765" fmla="*/ 1828800 w 5133164"/>
                <a:gd name="connsiteY13-766" fmla="*/ 211016 h 703455"/>
                <a:gd name="connsiteX14-767" fmla="*/ 1594338 w 5133164"/>
                <a:gd name="connsiteY14-768" fmla="*/ 211016 h 703455"/>
                <a:gd name="connsiteX15-769" fmla="*/ 1371600 w 5133164"/>
                <a:gd name="connsiteY15-770" fmla="*/ 351693 h 703455"/>
                <a:gd name="connsiteX16-771" fmla="*/ 1148861 w 5133164"/>
                <a:gd name="connsiteY16-772" fmla="*/ 433754 h 703455"/>
                <a:gd name="connsiteX17-773" fmla="*/ 973015 w 5133164"/>
                <a:gd name="connsiteY17-774" fmla="*/ 398585 h 703455"/>
                <a:gd name="connsiteX18-775" fmla="*/ 715107 w 5133164"/>
                <a:gd name="connsiteY18-776" fmla="*/ 222739 h 703455"/>
                <a:gd name="connsiteX19-777" fmla="*/ 386861 w 5133164"/>
                <a:gd name="connsiteY19-778" fmla="*/ 117231 h 703455"/>
                <a:gd name="connsiteX20-779" fmla="*/ 0 w 5133164"/>
                <a:gd name="connsiteY20-780" fmla="*/ 0 h 703455"/>
                <a:gd name="connsiteX0-781" fmla="*/ 0 w 5133164"/>
                <a:gd name="connsiteY0-782" fmla="*/ 0 h 703455"/>
                <a:gd name="connsiteX1-783" fmla="*/ 4876800 w 5133164"/>
                <a:gd name="connsiteY1-784" fmla="*/ 46893 h 703455"/>
                <a:gd name="connsiteX2-785" fmla="*/ 4419600 w 5133164"/>
                <a:gd name="connsiteY2-786" fmla="*/ 152400 h 703455"/>
                <a:gd name="connsiteX3-787" fmla="*/ 4149969 w 5133164"/>
                <a:gd name="connsiteY3-788" fmla="*/ 293077 h 703455"/>
                <a:gd name="connsiteX4-789" fmla="*/ 3716215 w 5133164"/>
                <a:gd name="connsiteY4-790" fmla="*/ 633046 h 703455"/>
                <a:gd name="connsiteX5-791" fmla="*/ 3505200 w 5133164"/>
                <a:gd name="connsiteY5-792" fmla="*/ 703385 h 703455"/>
                <a:gd name="connsiteX6-793" fmla="*/ 3200400 w 5133164"/>
                <a:gd name="connsiteY6-794" fmla="*/ 621323 h 703455"/>
                <a:gd name="connsiteX7-795" fmla="*/ 2848707 w 5133164"/>
                <a:gd name="connsiteY7-796" fmla="*/ 269631 h 703455"/>
                <a:gd name="connsiteX8-797" fmla="*/ 2669735 w 5133164"/>
                <a:gd name="connsiteY8-798" fmla="*/ 211016 h 703455"/>
                <a:gd name="connsiteX9-799" fmla="*/ 2487246 w 5133164"/>
                <a:gd name="connsiteY9-800" fmla="*/ 279791 h 703455"/>
                <a:gd name="connsiteX10-801" fmla="*/ 2332892 w 5133164"/>
                <a:gd name="connsiteY10-802" fmla="*/ 433754 h 703455"/>
                <a:gd name="connsiteX11-803" fmla="*/ 2180492 w 5133164"/>
                <a:gd name="connsiteY11-804" fmla="*/ 468923 h 703455"/>
                <a:gd name="connsiteX12-805" fmla="*/ 2028092 w 5133164"/>
                <a:gd name="connsiteY12-806" fmla="*/ 375139 h 703455"/>
                <a:gd name="connsiteX13-807" fmla="*/ 1828800 w 5133164"/>
                <a:gd name="connsiteY13-808" fmla="*/ 211016 h 703455"/>
                <a:gd name="connsiteX14-809" fmla="*/ 1594338 w 5133164"/>
                <a:gd name="connsiteY14-810" fmla="*/ 211016 h 703455"/>
                <a:gd name="connsiteX15-811" fmla="*/ 1371600 w 5133164"/>
                <a:gd name="connsiteY15-812" fmla="*/ 351693 h 703455"/>
                <a:gd name="connsiteX16-813" fmla="*/ 1148861 w 5133164"/>
                <a:gd name="connsiteY16-814" fmla="*/ 433754 h 703455"/>
                <a:gd name="connsiteX17-815" fmla="*/ 973015 w 5133164"/>
                <a:gd name="connsiteY17-816" fmla="*/ 398585 h 703455"/>
                <a:gd name="connsiteX18-817" fmla="*/ 715107 w 5133164"/>
                <a:gd name="connsiteY18-818" fmla="*/ 222739 h 703455"/>
                <a:gd name="connsiteX19-819" fmla="*/ 386861 w 5133164"/>
                <a:gd name="connsiteY19-820" fmla="*/ 117231 h 703455"/>
                <a:gd name="connsiteX20-821" fmla="*/ 0 w 5133164"/>
                <a:gd name="connsiteY20-822" fmla="*/ 0 h 703455"/>
                <a:gd name="connsiteX0-823" fmla="*/ 0 w 5133164"/>
                <a:gd name="connsiteY0-824" fmla="*/ 0 h 703455"/>
                <a:gd name="connsiteX1-825" fmla="*/ 4876800 w 5133164"/>
                <a:gd name="connsiteY1-826" fmla="*/ 46893 h 703455"/>
                <a:gd name="connsiteX2-827" fmla="*/ 4419600 w 5133164"/>
                <a:gd name="connsiteY2-828" fmla="*/ 152400 h 703455"/>
                <a:gd name="connsiteX3-829" fmla="*/ 4149969 w 5133164"/>
                <a:gd name="connsiteY3-830" fmla="*/ 293077 h 703455"/>
                <a:gd name="connsiteX4-831" fmla="*/ 3716215 w 5133164"/>
                <a:gd name="connsiteY4-832" fmla="*/ 633046 h 703455"/>
                <a:gd name="connsiteX5-833" fmla="*/ 3505200 w 5133164"/>
                <a:gd name="connsiteY5-834" fmla="*/ 703385 h 703455"/>
                <a:gd name="connsiteX6-835" fmla="*/ 3200400 w 5133164"/>
                <a:gd name="connsiteY6-836" fmla="*/ 621323 h 703455"/>
                <a:gd name="connsiteX7-837" fmla="*/ 2874107 w 5133164"/>
                <a:gd name="connsiteY7-838" fmla="*/ 325511 h 703455"/>
                <a:gd name="connsiteX8-839" fmla="*/ 2669735 w 5133164"/>
                <a:gd name="connsiteY8-840" fmla="*/ 211016 h 703455"/>
                <a:gd name="connsiteX9-841" fmla="*/ 2487246 w 5133164"/>
                <a:gd name="connsiteY9-842" fmla="*/ 279791 h 703455"/>
                <a:gd name="connsiteX10-843" fmla="*/ 2332892 w 5133164"/>
                <a:gd name="connsiteY10-844" fmla="*/ 433754 h 703455"/>
                <a:gd name="connsiteX11-845" fmla="*/ 2180492 w 5133164"/>
                <a:gd name="connsiteY11-846" fmla="*/ 468923 h 703455"/>
                <a:gd name="connsiteX12-847" fmla="*/ 2028092 w 5133164"/>
                <a:gd name="connsiteY12-848" fmla="*/ 375139 h 703455"/>
                <a:gd name="connsiteX13-849" fmla="*/ 1828800 w 5133164"/>
                <a:gd name="connsiteY13-850" fmla="*/ 211016 h 703455"/>
                <a:gd name="connsiteX14-851" fmla="*/ 1594338 w 5133164"/>
                <a:gd name="connsiteY14-852" fmla="*/ 211016 h 703455"/>
                <a:gd name="connsiteX15-853" fmla="*/ 1371600 w 5133164"/>
                <a:gd name="connsiteY15-854" fmla="*/ 351693 h 703455"/>
                <a:gd name="connsiteX16-855" fmla="*/ 1148861 w 5133164"/>
                <a:gd name="connsiteY16-856" fmla="*/ 433754 h 703455"/>
                <a:gd name="connsiteX17-857" fmla="*/ 973015 w 5133164"/>
                <a:gd name="connsiteY17-858" fmla="*/ 398585 h 703455"/>
                <a:gd name="connsiteX18-859" fmla="*/ 715107 w 5133164"/>
                <a:gd name="connsiteY18-860" fmla="*/ 222739 h 703455"/>
                <a:gd name="connsiteX19-861" fmla="*/ 386861 w 5133164"/>
                <a:gd name="connsiteY19-862" fmla="*/ 117231 h 703455"/>
                <a:gd name="connsiteX20-863" fmla="*/ 0 w 5133164"/>
                <a:gd name="connsiteY20-864" fmla="*/ 0 h 703455"/>
                <a:gd name="connsiteX0-865" fmla="*/ 0 w 5133164"/>
                <a:gd name="connsiteY0-866" fmla="*/ 0 h 703455"/>
                <a:gd name="connsiteX1-867" fmla="*/ 4876800 w 5133164"/>
                <a:gd name="connsiteY1-868" fmla="*/ 46893 h 703455"/>
                <a:gd name="connsiteX2-869" fmla="*/ 4419600 w 5133164"/>
                <a:gd name="connsiteY2-870" fmla="*/ 152400 h 703455"/>
                <a:gd name="connsiteX3-871" fmla="*/ 4149969 w 5133164"/>
                <a:gd name="connsiteY3-872" fmla="*/ 293077 h 703455"/>
                <a:gd name="connsiteX4-873" fmla="*/ 3716215 w 5133164"/>
                <a:gd name="connsiteY4-874" fmla="*/ 633046 h 703455"/>
                <a:gd name="connsiteX5-875" fmla="*/ 3505200 w 5133164"/>
                <a:gd name="connsiteY5-876" fmla="*/ 703385 h 703455"/>
                <a:gd name="connsiteX6-877" fmla="*/ 3200400 w 5133164"/>
                <a:gd name="connsiteY6-878" fmla="*/ 621323 h 703455"/>
                <a:gd name="connsiteX7-879" fmla="*/ 2874107 w 5133164"/>
                <a:gd name="connsiteY7-880" fmla="*/ 325511 h 703455"/>
                <a:gd name="connsiteX8-881" fmla="*/ 2725615 w 5133164"/>
                <a:gd name="connsiteY8-882" fmla="*/ 211016 h 703455"/>
                <a:gd name="connsiteX9-883" fmla="*/ 2487246 w 5133164"/>
                <a:gd name="connsiteY9-884" fmla="*/ 279791 h 703455"/>
                <a:gd name="connsiteX10-885" fmla="*/ 2332892 w 5133164"/>
                <a:gd name="connsiteY10-886" fmla="*/ 433754 h 703455"/>
                <a:gd name="connsiteX11-887" fmla="*/ 2180492 w 5133164"/>
                <a:gd name="connsiteY11-888" fmla="*/ 468923 h 703455"/>
                <a:gd name="connsiteX12-889" fmla="*/ 2028092 w 5133164"/>
                <a:gd name="connsiteY12-890" fmla="*/ 375139 h 703455"/>
                <a:gd name="connsiteX13-891" fmla="*/ 1828800 w 5133164"/>
                <a:gd name="connsiteY13-892" fmla="*/ 211016 h 703455"/>
                <a:gd name="connsiteX14-893" fmla="*/ 1594338 w 5133164"/>
                <a:gd name="connsiteY14-894" fmla="*/ 211016 h 703455"/>
                <a:gd name="connsiteX15-895" fmla="*/ 1371600 w 5133164"/>
                <a:gd name="connsiteY15-896" fmla="*/ 351693 h 703455"/>
                <a:gd name="connsiteX16-897" fmla="*/ 1148861 w 5133164"/>
                <a:gd name="connsiteY16-898" fmla="*/ 433754 h 703455"/>
                <a:gd name="connsiteX17-899" fmla="*/ 973015 w 5133164"/>
                <a:gd name="connsiteY17-900" fmla="*/ 398585 h 703455"/>
                <a:gd name="connsiteX18-901" fmla="*/ 715107 w 5133164"/>
                <a:gd name="connsiteY18-902" fmla="*/ 222739 h 703455"/>
                <a:gd name="connsiteX19-903" fmla="*/ 386861 w 5133164"/>
                <a:gd name="connsiteY19-904" fmla="*/ 117231 h 703455"/>
                <a:gd name="connsiteX20-905" fmla="*/ 0 w 5133164"/>
                <a:gd name="connsiteY20-906" fmla="*/ 0 h 703455"/>
                <a:gd name="connsiteX0-907" fmla="*/ 0 w 5133164"/>
                <a:gd name="connsiteY0-908" fmla="*/ 0 h 703455"/>
                <a:gd name="connsiteX1-909" fmla="*/ 4876800 w 5133164"/>
                <a:gd name="connsiteY1-910" fmla="*/ 46893 h 703455"/>
                <a:gd name="connsiteX2-911" fmla="*/ 4419600 w 5133164"/>
                <a:gd name="connsiteY2-912" fmla="*/ 152400 h 703455"/>
                <a:gd name="connsiteX3-913" fmla="*/ 4149969 w 5133164"/>
                <a:gd name="connsiteY3-914" fmla="*/ 293077 h 703455"/>
                <a:gd name="connsiteX4-915" fmla="*/ 3716215 w 5133164"/>
                <a:gd name="connsiteY4-916" fmla="*/ 633046 h 703455"/>
                <a:gd name="connsiteX5-917" fmla="*/ 3505200 w 5133164"/>
                <a:gd name="connsiteY5-918" fmla="*/ 703385 h 703455"/>
                <a:gd name="connsiteX6-919" fmla="*/ 3200400 w 5133164"/>
                <a:gd name="connsiteY6-920" fmla="*/ 621323 h 703455"/>
                <a:gd name="connsiteX7-921" fmla="*/ 2874107 w 5133164"/>
                <a:gd name="connsiteY7-922" fmla="*/ 325511 h 703455"/>
                <a:gd name="connsiteX8-923" fmla="*/ 2725615 w 5133164"/>
                <a:gd name="connsiteY8-924" fmla="*/ 211016 h 703455"/>
                <a:gd name="connsiteX9-925" fmla="*/ 2487246 w 5133164"/>
                <a:gd name="connsiteY9-926" fmla="*/ 279791 h 703455"/>
                <a:gd name="connsiteX10-927" fmla="*/ 2332892 w 5133164"/>
                <a:gd name="connsiteY10-928" fmla="*/ 433754 h 703455"/>
                <a:gd name="connsiteX11-929" fmla="*/ 2180492 w 5133164"/>
                <a:gd name="connsiteY11-930" fmla="*/ 468923 h 703455"/>
                <a:gd name="connsiteX12-931" fmla="*/ 2028092 w 5133164"/>
                <a:gd name="connsiteY12-932" fmla="*/ 375139 h 703455"/>
                <a:gd name="connsiteX13-933" fmla="*/ 1828800 w 5133164"/>
                <a:gd name="connsiteY13-934" fmla="*/ 211016 h 703455"/>
                <a:gd name="connsiteX14-935" fmla="*/ 1594338 w 5133164"/>
                <a:gd name="connsiteY14-936" fmla="*/ 211016 h 703455"/>
                <a:gd name="connsiteX15-937" fmla="*/ 1371600 w 5133164"/>
                <a:gd name="connsiteY15-938" fmla="*/ 351693 h 703455"/>
                <a:gd name="connsiteX16-939" fmla="*/ 1148861 w 5133164"/>
                <a:gd name="connsiteY16-940" fmla="*/ 433754 h 703455"/>
                <a:gd name="connsiteX17-941" fmla="*/ 973015 w 5133164"/>
                <a:gd name="connsiteY17-942" fmla="*/ 398585 h 703455"/>
                <a:gd name="connsiteX18-943" fmla="*/ 715107 w 5133164"/>
                <a:gd name="connsiteY18-944" fmla="*/ 222739 h 703455"/>
                <a:gd name="connsiteX19-945" fmla="*/ 386861 w 5133164"/>
                <a:gd name="connsiteY19-946" fmla="*/ 117231 h 703455"/>
                <a:gd name="connsiteX20-947" fmla="*/ 0 w 5133164"/>
                <a:gd name="connsiteY20-948" fmla="*/ 0 h 703455"/>
                <a:gd name="connsiteX0-949" fmla="*/ 0 w 5133164"/>
                <a:gd name="connsiteY0-950" fmla="*/ 0 h 703455"/>
                <a:gd name="connsiteX1-951" fmla="*/ 4876800 w 5133164"/>
                <a:gd name="connsiteY1-952" fmla="*/ 46893 h 703455"/>
                <a:gd name="connsiteX2-953" fmla="*/ 4419600 w 5133164"/>
                <a:gd name="connsiteY2-954" fmla="*/ 152400 h 703455"/>
                <a:gd name="connsiteX3-955" fmla="*/ 4149969 w 5133164"/>
                <a:gd name="connsiteY3-956" fmla="*/ 293077 h 703455"/>
                <a:gd name="connsiteX4-957" fmla="*/ 3716215 w 5133164"/>
                <a:gd name="connsiteY4-958" fmla="*/ 633046 h 703455"/>
                <a:gd name="connsiteX5-959" fmla="*/ 3505200 w 5133164"/>
                <a:gd name="connsiteY5-960" fmla="*/ 703385 h 703455"/>
                <a:gd name="connsiteX6-961" fmla="*/ 3200400 w 5133164"/>
                <a:gd name="connsiteY6-962" fmla="*/ 621323 h 703455"/>
                <a:gd name="connsiteX7-963" fmla="*/ 2945227 w 5133164"/>
                <a:gd name="connsiteY7-964" fmla="*/ 391551 h 703455"/>
                <a:gd name="connsiteX8-965" fmla="*/ 2725615 w 5133164"/>
                <a:gd name="connsiteY8-966" fmla="*/ 211016 h 703455"/>
                <a:gd name="connsiteX9-967" fmla="*/ 2487246 w 5133164"/>
                <a:gd name="connsiteY9-968" fmla="*/ 279791 h 703455"/>
                <a:gd name="connsiteX10-969" fmla="*/ 2332892 w 5133164"/>
                <a:gd name="connsiteY10-970" fmla="*/ 433754 h 703455"/>
                <a:gd name="connsiteX11-971" fmla="*/ 2180492 w 5133164"/>
                <a:gd name="connsiteY11-972" fmla="*/ 468923 h 703455"/>
                <a:gd name="connsiteX12-973" fmla="*/ 2028092 w 5133164"/>
                <a:gd name="connsiteY12-974" fmla="*/ 375139 h 703455"/>
                <a:gd name="connsiteX13-975" fmla="*/ 1828800 w 5133164"/>
                <a:gd name="connsiteY13-976" fmla="*/ 211016 h 703455"/>
                <a:gd name="connsiteX14-977" fmla="*/ 1594338 w 5133164"/>
                <a:gd name="connsiteY14-978" fmla="*/ 211016 h 703455"/>
                <a:gd name="connsiteX15-979" fmla="*/ 1371600 w 5133164"/>
                <a:gd name="connsiteY15-980" fmla="*/ 351693 h 703455"/>
                <a:gd name="connsiteX16-981" fmla="*/ 1148861 w 5133164"/>
                <a:gd name="connsiteY16-982" fmla="*/ 433754 h 703455"/>
                <a:gd name="connsiteX17-983" fmla="*/ 973015 w 5133164"/>
                <a:gd name="connsiteY17-984" fmla="*/ 398585 h 703455"/>
                <a:gd name="connsiteX18-985" fmla="*/ 715107 w 5133164"/>
                <a:gd name="connsiteY18-986" fmla="*/ 222739 h 703455"/>
                <a:gd name="connsiteX19-987" fmla="*/ 386861 w 5133164"/>
                <a:gd name="connsiteY19-988" fmla="*/ 117231 h 703455"/>
                <a:gd name="connsiteX20-989" fmla="*/ 0 w 5133164"/>
                <a:gd name="connsiteY20-990" fmla="*/ 0 h 703455"/>
                <a:gd name="connsiteX0-991" fmla="*/ 0 w 5133164"/>
                <a:gd name="connsiteY0-992" fmla="*/ 0 h 703455"/>
                <a:gd name="connsiteX1-993" fmla="*/ 4876800 w 5133164"/>
                <a:gd name="connsiteY1-994" fmla="*/ 46893 h 703455"/>
                <a:gd name="connsiteX2-995" fmla="*/ 4419600 w 5133164"/>
                <a:gd name="connsiteY2-996" fmla="*/ 152400 h 703455"/>
                <a:gd name="connsiteX3-997" fmla="*/ 4149969 w 5133164"/>
                <a:gd name="connsiteY3-998" fmla="*/ 293077 h 703455"/>
                <a:gd name="connsiteX4-999" fmla="*/ 3716215 w 5133164"/>
                <a:gd name="connsiteY4-1000" fmla="*/ 633046 h 703455"/>
                <a:gd name="connsiteX5-1001" fmla="*/ 3505200 w 5133164"/>
                <a:gd name="connsiteY5-1002" fmla="*/ 703385 h 703455"/>
                <a:gd name="connsiteX6-1003" fmla="*/ 3200400 w 5133164"/>
                <a:gd name="connsiteY6-1004" fmla="*/ 621323 h 703455"/>
                <a:gd name="connsiteX7-1005" fmla="*/ 2945227 w 5133164"/>
                <a:gd name="connsiteY7-1006" fmla="*/ 391551 h 703455"/>
                <a:gd name="connsiteX8-1007" fmla="*/ 2725615 w 5133164"/>
                <a:gd name="connsiteY8-1008" fmla="*/ 211016 h 703455"/>
                <a:gd name="connsiteX9-1009" fmla="*/ 2522806 w 5133164"/>
                <a:gd name="connsiteY9-1010" fmla="*/ 289951 h 703455"/>
                <a:gd name="connsiteX10-1011" fmla="*/ 2332892 w 5133164"/>
                <a:gd name="connsiteY10-1012" fmla="*/ 433754 h 703455"/>
                <a:gd name="connsiteX11-1013" fmla="*/ 2180492 w 5133164"/>
                <a:gd name="connsiteY11-1014" fmla="*/ 468923 h 703455"/>
                <a:gd name="connsiteX12-1015" fmla="*/ 2028092 w 5133164"/>
                <a:gd name="connsiteY12-1016" fmla="*/ 375139 h 703455"/>
                <a:gd name="connsiteX13-1017" fmla="*/ 1828800 w 5133164"/>
                <a:gd name="connsiteY13-1018" fmla="*/ 211016 h 703455"/>
                <a:gd name="connsiteX14-1019" fmla="*/ 1594338 w 5133164"/>
                <a:gd name="connsiteY14-1020" fmla="*/ 211016 h 703455"/>
                <a:gd name="connsiteX15-1021" fmla="*/ 1371600 w 5133164"/>
                <a:gd name="connsiteY15-1022" fmla="*/ 351693 h 703455"/>
                <a:gd name="connsiteX16-1023" fmla="*/ 1148861 w 5133164"/>
                <a:gd name="connsiteY16-1024" fmla="*/ 433754 h 703455"/>
                <a:gd name="connsiteX17-1025" fmla="*/ 973015 w 5133164"/>
                <a:gd name="connsiteY17-1026" fmla="*/ 398585 h 703455"/>
                <a:gd name="connsiteX18-1027" fmla="*/ 715107 w 5133164"/>
                <a:gd name="connsiteY18-1028" fmla="*/ 222739 h 703455"/>
                <a:gd name="connsiteX19-1029" fmla="*/ 386861 w 5133164"/>
                <a:gd name="connsiteY19-1030" fmla="*/ 117231 h 703455"/>
                <a:gd name="connsiteX20-1031" fmla="*/ 0 w 5133164"/>
                <a:gd name="connsiteY20-1032" fmla="*/ 0 h 703455"/>
                <a:gd name="connsiteX0-1033" fmla="*/ 0 w 5133164"/>
                <a:gd name="connsiteY0-1034" fmla="*/ 0 h 703455"/>
                <a:gd name="connsiteX1-1035" fmla="*/ 4876800 w 5133164"/>
                <a:gd name="connsiteY1-1036" fmla="*/ 46893 h 703455"/>
                <a:gd name="connsiteX2-1037" fmla="*/ 4419600 w 5133164"/>
                <a:gd name="connsiteY2-1038" fmla="*/ 152400 h 703455"/>
                <a:gd name="connsiteX3-1039" fmla="*/ 4149969 w 5133164"/>
                <a:gd name="connsiteY3-1040" fmla="*/ 293077 h 703455"/>
                <a:gd name="connsiteX4-1041" fmla="*/ 3716215 w 5133164"/>
                <a:gd name="connsiteY4-1042" fmla="*/ 633046 h 703455"/>
                <a:gd name="connsiteX5-1043" fmla="*/ 3505200 w 5133164"/>
                <a:gd name="connsiteY5-1044" fmla="*/ 703385 h 703455"/>
                <a:gd name="connsiteX6-1045" fmla="*/ 3200400 w 5133164"/>
                <a:gd name="connsiteY6-1046" fmla="*/ 621323 h 703455"/>
                <a:gd name="connsiteX7-1047" fmla="*/ 2945227 w 5133164"/>
                <a:gd name="connsiteY7-1048" fmla="*/ 391551 h 703455"/>
                <a:gd name="connsiteX8-1049" fmla="*/ 2725615 w 5133164"/>
                <a:gd name="connsiteY8-1050" fmla="*/ 211016 h 703455"/>
                <a:gd name="connsiteX9-1051" fmla="*/ 2522806 w 5133164"/>
                <a:gd name="connsiteY9-1052" fmla="*/ 289951 h 703455"/>
                <a:gd name="connsiteX10-1053" fmla="*/ 2332892 w 5133164"/>
                <a:gd name="connsiteY10-1054" fmla="*/ 433754 h 703455"/>
                <a:gd name="connsiteX11-1055" fmla="*/ 2180492 w 5133164"/>
                <a:gd name="connsiteY11-1056" fmla="*/ 468923 h 703455"/>
                <a:gd name="connsiteX12-1057" fmla="*/ 2028092 w 5133164"/>
                <a:gd name="connsiteY12-1058" fmla="*/ 375139 h 703455"/>
                <a:gd name="connsiteX13-1059" fmla="*/ 1828800 w 5133164"/>
                <a:gd name="connsiteY13-1060" fmla="*/ 211016 h 703455"/>
                <a:gd name="connsiteX14-1061" fmla="*/ 1594338 w 5133164"/>
                <a:gd name="connsiteY14-1062" fmla="*/ 211016 h 703455"/>
                <a:gd name="connsiteX15-1063" fmla="*/ 1371600 w 5133164"/>
                <a:gd name="connsiteY15-1064" fmla="*/ 351693 h 703455"/>
                <a:gd name="connsiteX16-1065" fmla="*/ 1148861 w 5133164"/>
                <a:gd name="connsiteY16-1066" fmla="*/ 433754 h 703455"/>
                <a:gd name="connsiteX17-1067" fmla="*/ 962855 w 5133164"/>
                <a:gd name="connsiteY17-1068" fmla="*/ 373185 h 703455"/>
                <a:gd name="connsiteX18-1069" fmla="*/ 715107 w 5133164"/>
                <a:gd name="connsiteY18-1070" fmla="*/ 222739 h 703455"/>
                <a:gd name="connsiteX19-1071" fmla="*/ 386861 w 5133164"/>
                <a:gd name="connsiteY19-1072" fmla="*/ 117231 h 703455"/>
                <a:gd name="connsiteX20-1073" fmla="*/ 0 w 5133164"/>
                <a:gd name="connsiteY20-1074" fmla="*/ 0 h 703455"/>
                <a:gd name="connsiteX0-1075" fmla="*/ 0 w 5133164"/>
                <a:gd name="connsiteY0-1076" fmla="*/ 0 h 703455"/>
                <a:gd name="connsiteX1-1077" fmla="*/ 4876800 w 5133164"/>
                <a:gd name="connsiteY1-1078" fmla="*/ 46893 h 703455"/>
                <a:gd name="connsiteX2-1079" fmla="*/ 4419600 w 5133164"/>
                <a:gd name="connsiteY2-1080" fmla="*/ 152400 h 703455"/>
                <a:gd name="connsiteX3-1081" fmla="*/ 4149969 w 5133164"/>
                <a:gd name="connsiteY3-1082" fmla="*/ 293077 h 703455"/>
                <a:gd name="connsiteX4-1083" fmla="*/ 3716215 w 5133164"/>
                <a:gd name="connsiteY4-1084" fmla="*/ 633046 h 703455"/>
                <a:gd name="connsiteX5-1085" fmla="*/ 3505200 w 5133164"/>
                <a:gd name="connsiteY5-1086" fmla="*/ 703385 h 703455"/>
                <a:gd name="connsiteX6-1087" fmla="*/ 3200400 w 5133164"/>
                <a:gd name="connsiteY6-1088" fmla="*/ 621323 h 703455"/>
                <a:gd name="connsiteX7-1089" fmla="*/ 2945227 w 5133164"/>
                <a:gd name="connsiteY7-1090" fmla="*/ 391551 h 703455"/>
                <a:gd name="connsiteX8-1091" fmla="*/ 2725615 w 5133164"/>
                <a:gd name="connsiteY8-1092" fmla="*/ 211016 h 703455"/>
                <a:gd name="connsiteX9-1093" fmla="*/ 2522806 w 5133164"/>
                <a:gd name="connsiteY9-1094" fmla="*/ 289951 h 703455"/>
                <a:gd name="connsiteX10-1095" fmla="*/ 2332892 w 5133164"/>
                <a:gd name="connsiteY10-1096" fmla="*/ 433754 h 703455"/>
                <a:gd name="connsiteX11-1097" fmla="*/ 2180492 w 5133164"/>
                <a:gd name="connsiteY11-1098" fmla="*/ 468923 h 703455"/>
                <a:gd name="connsiteX12-1099" fmla="*/ 2028092 w 5133164"/>
                <a:gd name="connsiteY12-1100" fmla="*/ 375139 h 703455"/>
                <a:gd name="connsiteX13-1101" fmla="*/ 1828800 w 5133164"/>
                <a:gd name="connsiteY13-1102" fmla="*/ 211016 h 703455"/>
                <a:gd name="connsiteX14-1103" fmla="*/ 1594338 w 5133164"/>
                <a:gd name="connsiteY14-1104" fmla="*/ 211016 h 703455"/>
                <a:gd name="connsiteX15-1105" fmla="*/ 1371600 w 5133164"/>
                <a:gd name="connsiteY15-1106" fmla="*/ 351693 h 703455"/>
                <a:gd name="connsiteX16-1107" fmla="*/ 1179341 w 5133164"/>
                <a:gd name="connsiteY16-1108" fmla="*/ 433754 h 703455"/>
                <a:gd name="connsiteX17-1109" fmla="*/ 962855 w 5133164"/>
                <a:gd name="connsiteY17-1110" fmla="*/ 373185 h 703455"/>
                <a:gd name="connsiteX18-1111" fmla="*/ 715107 w 5133164"/>
                <a:gd name="connsiteY18-1112" fmla="*/ 222739 h 703455"/>
                <a:gd name="connsiteX19-1113" fmla="*/ 386861 w 5133164"/>
                <a:gd name="connsiteY19-1114" fmla="*/ 117231 h 703455"/>
                <a:gd name="connsiteX20-1115" fmla="*/ 0 w 5133164"/>
                <a:gd name="connsiteY20-1116" fmla="*/ 0 h 703455"/>
                <a:gd name="connsiteX0-1117" fmla="*/ 0 w 5133164"/>
                <a:gd name="connsiteY0-1118" fmla="*/ 0 h 703455"/>
                <a:gd name="connsiteX1-1119" fmla="*/ 4876800 w 5133164"/>
                <a:gd name="connsiteY1-1120" fmla="*/ 46893 h 703455"/>
                <a:gd name="connsiteX2-1121" fmla="*/ 4419600 w 5133164"/>
                <a:gd name="connsiteY2-1122" fmla="*/ 152400 h 703455"/>
                <a:gd name="connsiteX3-1123" fmla="*/ 4149969 w 5133164"/>
                <a:gd name="connsiteY3-1124" fmla="*/ 293077 h 703455"/>
                <a:gd name="connsiteX4-1125" fmla="*/ 3716215 w 5133164"/>
                <a:gd name="connsiteY4-1126" fmla="*/ 633046 h 703455"/>
                <a:gd name="connsiteX5-1127" fmla="*/ 3505200 w 5133164"/>
                <a:gd name="connsiteY5-1128" fmla="*/ 703385 h 703455"/>
                <a:gd name="connsiteX6-1129" fmla="*/ 3200400 w 5133164"/>
                <a:gd name="connsiteY6-1130" fmla="*/ 621323 h 703455"/>
                <a:gd name="connsiteX7-1131" fmla="*/ 2945227 w 5133164"/>
                <a:gd name="connsiteY7-1132" fmla="*/ 391551 h 703455"/>
                <a:gd name="connsiteX8-1133" fmla="*/ 2725615 w 5133164"/>
                <a:gd name="connsiteY8-1134" fmla="*/ 211016 h 703455"/>
                <a:gd name="connsiteX9-1135" fmla="*/ 2522806 w 5133164"/>
                <a:gd name="connsiteY9-1136" fmla="*/ 289951 h 703455"/>
                <a:gd name="connsiteX10-1137" fmla="*/ 2378612 w 5133164"/>
                <a:gd name="connsiteY10-1138" fmla="*/ 413434 h 703455"/>
                <a:gd name="connsiteX11-1139" fmla="*/ 2180492 w 5133164"/>
                <a:gd name="connsiteY11-1140" fmla="*/ 468923 h 703455"/>
                <a:gd name="connsiteX12-1141" fmla="*/ 2028092 w 5133164"/>
                <a:gd name="connsiteY12-1142" fmla="*/ 375139 h 703455"/>
                <a:gd name="connsiteX13-1143" fmla="*/ 1828800 w 5133164"/>
                <a:gd name="connsiteY13-1144" fmla="*/ 211016 h 703455"/>
                <a:gd name="connsiteX14-1145" fmla="*/ 1594338 w 5133164"/>
                <a:gd name="connsiteY14-1146" fmla="*/ 211016 h 703455"/>
                <a:gd name="connsiteX15-1147" fmla="*/ 1371600 w 5133164"/>
                <a:gd name="connsiteY15-1148" fmla="*/ 351693 h 703455"/>
                <a:gd name="connsiteX16-1149" fmla="*/ 1179341 w 5133164"/>
                <a:gd name="connsiteY16-1150" fmla="*/ 433754 h 703455"/>
                <a:gd name="connsiteX17-1151" fmla="*/ 962855 w 5133164"/>
                <a:gd name="connsiteY17-1152" fmla="*/ 373185 h 703455"/>
                <a:gd name="connsiteX18-1153" fmla="*/ 715107 w 5133164"/>
                <a:gd name="connsiteY18-1154" fmla="*/ 222739 h 703455"/>
                <a:gd name="connsiteX19-1155" fmla="*/ 386861 w 5133164"/>
                <a:gd name="connsiteY19-1156" fmla="*/ 117231 h 703455"/>
                <a:gd name="connsiteX20-1157" fmla="*/ 0 w 5133164"/>
                <a:gd name="connsiteY20-1158" fmla="*/ 0 h 703455"/>
                <a:gd name="connsiteX0-1159" fmla="*/ 0 w 5133164"/>
                <a:gd name="connsiteY0-1160" fmla="*/ 0 h 703455"/>
                <a:gd name="connsiteX1-1161" fmla="*/ 4876800 w 5133164"/>
                <a:gd name="connsiteY1-1162" fmla="*/ 46893 h 703455"/>
                <a:gd name="connsiteX2-1163" fmla="*/ 4419600 w 5133164"/>
                <a:gd name="connsiteY2-1164" fmla="*/ 152400 h 703455"/>
                <a:gd name="connsiteX3-1165" fmla="*/ 4149969 w 5133164"/>
                <a:gd name="connsiteY3-1166" fmla="*/ 293077 h 703455"/>
                <a:gd name="connsiteX4-1167" fmla="*/ 3716215 w 5133164"/>
                <a:gd name="connsiteY4-1168" fmla="*/ 633046 h 703455"/>
                <a:gd name="connsiteX5-1169" fmla="*/ 3505200 w 5133164"/>
                <a:gd name="connsiteY5-1170" fmla="*/ 703385 h 703455"/>
                <a:gd name="connsiteX6-1171" fmla="*/ 3200400 w 5133164"/>
                <a:gd name="connsiteY6-1172" fmla="*/ 621323 h 703455"/>
                <a:gd name="connsiteX7-1173" fmla="*/ 2945227 w 5133164"/>
                <a:gd name="connsiteY7-1174" fmla="*/ 391551 h 703455"/>
                <a:gd name="connsiteX8-1175" fmla="*/ 2725615 w 5133164"/>
                <a:gd name="connsiteY8-1176" fmla="*/ 211016 h 703455"/>
                <a:gd name="connsiteX9-1177" fmla="*/ 2522806 w 5133164"/>
                <a:gd name="connsiteY9-1178" fmla="*/ 289951 h 703455"/>
                <a:gd name="connsiteX10-1179" fmla="*/ 2378612 w 5133164"/>
                <a:gd name="connsiteY10-1180" fmla="*/ 413434 h 703455"/>
                <a:gd name="connsiteX11-1181" fmla="*/ 2231292 w 5133164"/>
                <a:gd name="connsiteY11-1182" fmla="*/ 479083 h 703455"/>
                <a:gd name="connsiteX12-1183" fmla="*/ 2028092 w 5133164"/>
                <a:gd name="connsiteY12-1184" fmla="*/ 375139 h 703455"/>
                <a:gd name="connsiteX13-1185" fmla="*/ 1828800 w 5133164"/>
                <a:gd name="connsiteY13-1186" fmla="*/ 211016 h 703455"/>
                <a:gd name="connsiteX14-1187" fmla="*/ 1594338 w 5133164"/>
                <a:gd name="connsiteY14-1188" fmla="*/ 211016 h 703455"/>
                <a:gd name="connsiteX15-1189" fmla="*/ 1371600 w 5133164"/>
                <a:gd name="connsiteY15-1190" fmla="*/ 351693 h 703455"/>
                <a:gd name="connsiteX16-1191" fmla="*/ 1179341 w 5133164"/>
                <a:gd name="connsiteY16-1192" fmla="*/ 433754 h 703455"/>
                <a:gd name="connsiteX17-1193" fmla="*/ 962855 w 5133164"/>
                <a:gd name="connsiteY17-1194" fmla="*/ 373185 h 703455"/>
                <a:gd name="connsiteX18-1195" fmla="*/ 715107 w 5133164"/>
                <a:gd name="connsiteY18-1196" fmla="*/ 222739 h 703455"/>
                <a:gd name="connsiteX19-1197" fmla="*/ 386861 w 5133164"/>
                <a:gd name="connsiteY19-1198" fmla="*/ 117231 h 703455"/>
                <a:gd name="connsiteX20-1199" fmla="*/ 0 w 5133164"/>
                <a:gd name="connsiteY20-1200" fmla="*/ 0 h 703455"/>
                <a:gd name="connsiteX0-1201" fmla="*/ 0 w 5133164"/>
                <a:gd name="connsiteY0-1202" fmla="*/ 0 h 703455"/>
                <a:gd name="connsiteX1-1203" fmla="*/ 4876800 w 5133164"/>
                <a:gd name="connsiteY1-1204" fmla="*/ 46893 h 703455"/>
                <a:gd name="connsiteX2-1205" fmla="*/ 4419600 w 5133164"/>
                <a:gd name="connsiteY2-1206" fmla="*/ 152400 h 703455"/>
                <a:gd name="connsiteX3-1207" fmla="*/ 4149969 w 5133164"/>
                <a:gd name="connsiteY3-1208" fmla="*/ 293077 h 703455"/>
                <a:gd name="connsiteX4-1209" fmla="*/ 3716215 w 5133164"/>
                <a:gd name="connsiteY4-1210" fmla="*/ 633046 h 703455"/>
                <a:gd name="connsiteX5-1211" fmla="*/ 3505200 w 5133164"/>
                <a:gd name="connsiteY5-1212" fmla="*/ 703385 h 703455"/>
                <a:gd name="connsiteX6-1213" fmla="*/ 3200400 w 5133164"/>
                <a:gd name="connsiteY6-1214" fmla="*/ 621323 h 703455"/>
                <a:gd name="connsiteX7-1215" fmla="*/ 2945227 w 5133164"/>
                <a:gd name="connsiteY7-1216" fmla="*/ 391551 h 703455"/>
                <a:gd name="connsiteX8-1217" fmla="*/ 2725615 w 5133164"/>
                <a:gd name="connsiteY8-1218" fmla="*/ 211016 h 703455"/>
                <a:gd name="connsiteX9-1219" fmla="*/ 2522806 w 5133164"/>
                <a:gd name="connsiteY9-1220" fmla="*/ 289951 h 703455"/>
                <a:gd name="connsiteX10-1221" fmla="*/ 2378612 w 5133164"/>
                <a:gd name="connsiteY10-1222" fmla="*/ 413434 h 703455"/>
                <a:gd name="connsiteX11-1223" fmla="*/ 2231292 w 5133164"/>
                <a:gd name="connsiteY11-1224" fmla="*/ 479083 h 703455"/>
                <a:gd name="connsiteX12-1225" fmla="*/ 2028092 w 5133164"/>
                <a:gd name="connsiteY12-1226" fmla="*/ 375139 h 703455"/>
                <a:gd name="connsiteX13-1227" fmla="*/ 1828800 w 5133164"/>
                <a:gd name="connsiteY13-1228" fmla="*/ 211016 h 703455"/>
                <a:gd name="connsiteX14-1229" fmla="*/ 1594338 w 5133164"/>
                <a:gd name="connsiteY14-1230" fmla="*/ 211016 h 703455"/>
                <a:gd name="connsiteX15-1231" fmla="*/ 1371600 w 5133164"/>
                <a:gd name="connsiteY15-1232" fmla="*/ 351693 h 703455"/>
                <a:gd name="connsiteX16-1233" fmla="*/ 1179341 w 5133164"/>
                <a:gd name="connsiteY16-1234" fmla="*/ 433754 h 703455"/>
                <a:gd name="connsiteX17-1235" fmla="*/ 962855 w 5133164"/>
                <a:gd name="connsiteY17-1236" fmla="*/ 373185 h 703455"/>
                <a:gd name="connsiteX18-1237" fmla="*/ 715107 w 5133164"/>
                <a:gd name="connsiteY18-1238" fmla="*/ 222739 h 703455"/>
                <a:gd name="connsiteX19-1239" fmla="*/ 412261 w 5133164"/>
                <a:gd name="connsiteY19-1240" fmla="*/ 91831 h 703455"/>
                <a:gd name="connsiteX20-1241" fmla="*/ 0 w 5133164"/>
                <a:gd name="connsiteY20-1242" fmla="*/ 0 h 703455"/>
                <a:gd name="connsiteX0-1243" fmla="*/ 0 w 5139761"/>
                <a:gd name="connsiteY0-1244" fmla="*/ 6447 h 709902"/>
                <a:gd name="connsiteX1-1245" fmla="*/ 4884420 w 5139761"/>
                <a:gd name="connsiteY1-1246" fmla="*/ 0 h 709902"/>
                <a:gd name="connsiteX2-1247" fmla="*/ 4419600 w 5139761"/>
                <a:gd name="connsiteY2-1248" fmla="*/ 158847 h 709902"/>
                <a:gd name="connsiteX3-1249" fmla="*/ 4149969 w 5139761"/>
                <a:gd name="connsiteY3-1250" fmla="*/ 299524 h 709902"/>
                <a:gd name="connsiteX4-1251" fmla="*/ 3716215 w 5139761"/>
                <a:gd name="connsiteY4-1252" fmla="*/ 639493 h 709902"/>
                <a:gd name="connsiteX5-1253" fmla="*/ 3505200 w 5139761"/>
                <a:gd name="connsiteY5-1254" fmla="*/ 709832 h 709902"/>
                <a:gd name="connsiteX6-1255" fmla="*/ 3200400 w 5139761"/>
                <a:gd name="connsiteY6-1256" fmla="*/ 627770 h 709902"/>
                <a:gd name="connsiteX7-1257" fmla="*/ 2945227 w 5139761"/>
                <a:gd name="connsiteY7-1258" fmla="*/ 397998 h 709902"/>
                <a:gd name="connsiteX8-1259" fmla="*/ 2725615 w 5139761"/>
                <a:gd name="connsiteY8-1260" fmla="*/ 217463 h 709902"/>
                <a:gd name="connsiteX9-1261" fmla="*/ 2522806 w 5139761"/>
                <a:gd name="connsiteY9-1262" fmla="*/ 296398 h 709902"/>
                <a:gd name="connsiteX10-1263" fmla="*/ 2378612 w 5139761"/>
                <a:gd name="connsiteY10-1264" fmla="*/ 419881 h 709902"/>
                <a:gd name="connsiteX11-1265" fmla="*/ 2231292 w 5139761"/>
                <a:gd name="connsiteY11-1266" fmla="*/ 485530 h 709902"/>
                <a:gd name="connsiteX12-1267" fmla="*/ 2028092 w 5139761"/>
                <a:gd name="connsiteY12-1268" fmla="*/ 381586 h 709902"/>
                <a:gd name="connsiteX13-1269" fmla="*/ 1828800 w 5139761"/>
                <a:gd name="connsiteY13-1270" fmla="*/ 217463 h 709902"/>
                <a:gd name="connsiteX14-1271" fmla="*/ 1594338 w 5139761"/>
                <a:gd name="connsiteY14-1272" fmla="*/ 217463 h 709902"/>
                <a:gd name="connsiteX15-1273" fmla="*/ 1371600 w 5139761"/>
                <a:gd name="connsiteY15-1274" fmla="*/ 358140 h 709902"/>
                <a:gd name="connsiteX16-1275" fmla="*/ 1179341 w 5139761"/>
                <a:gd name="connsiteY16-1276" fmla="*/ 440201 h 709902"/>
                <a:gd name="connsiteX17-1277" fmla="*/ 962855 w 5139761"/>
                <a:gd name="connsiteY17-1278" fmla="*/ 379632 h 709902"/>
                <a:gd name="connsiteX18-1279" fmla="*/ 715107 w 5139761"/>
                <a:gd name="connsiteY18-1280" fmla="*/ 229186 h 709902"/>
                <a:gd name="connsiteX19-1281" fmla="*/ 412261 w 5139761"/>
                <a:gd name="connsiteY19-1282" fmla="*/ 98278 h 709902"/>
                <a:gd name="connsiteX20-1283" fmla="*/ 0 w 5139761"/>
                <a:gd name="connsiteY20-1284" fmla="*/ 6447 h 70990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  <a:cxn ang="0">
                  <a:pos x="connsiteX15-31" y="connsiteY15-32"/>
                </a:cxn>
                <a:cxn ang="0">
                  <a:pos x="connsiteX16-33" y="connsiteY16-34"/>
                </a:cxn>
                <a:cxn ang="0">
                  <a:pos x="connsiteX17-35" y="connsiteY17-36"/>
                </a:cxn>
                <a:cxn ang="0">
                  <a:pos x="connsiteX18-37" y="connsiteY18-38"/>
                </a:cxn>
                <a:cxn ang="0">
                  <a:pos x="connsiteX19-39" y="connsiteY19-40"/>
                </a:cxn>
                <a:cxn ang="0">
                  <a:pos x="connsiteX20-41" y="connsiteY20-42"/>
                </a:cxn>
              </a:cxnLst>
              <a:rect l="l" t="t" r="r" b="b"/>
              <a:pathLst>
                <a:path w="5139761" h="709902">
                  <a:moveTo>
                    <a:pt x="0" y="6447"/>
                  </a:moveTo>
                  <a:lnTo>
                    <a:pt x="4884420" y="0"/>
                  </a:lnTo>
                  <a:cubicBezTo>
                    <a:pt x="5621020" y="25400"/>
                    <a:pt x="4542008" y="108926"/>
                    <a:pt x="4419600" y="158847"/>
                  </a:cubicBezTo>
                  <a:cubicBezTo>
                    <a:pt x="4297192" y="208768"/>
                    <a:pt x="4267200" y="219416"/>
                    <a:pt x="4149969" y="299524"/>
                  </a:cubicBezTo>
                  <a:lnTo>
                    <a:pt x="3716215" y="639493"/>
                  </a:lnTo>
                  <a:cubicBezTo>
                    <a:pt x="3641969" y="672708"/>
                    <a:pt x="3591169" y="711786"/>
                    <a:pt x="3505200" y="709832"/>
                  </a:cubicBezTo>
                  <a:cubicBezTo>
                    <a:pt x="3419231" y="707878"/>
                    <a:pt x="3293729" y="679742"/>
                    <a:pt x="3200400" y="627770"/>
                  </a:cubicBezTo>
                  <a:cubicBezTo>
                    <a:pt x="3107071" y="575798"/>
                    <a:pt x="3037058" y="466382"/>
                    <a:pt x="2945227" y="397998"/>
                  </a:cubicBezTo>
                  <a:cubicBezTo>
                    <a:pt x="2872023" y="337820"/>
                    <a:pt x="2796019" y="234396"/>
                    <a:pt x="2725615" y="217463"/>
                  </a:cubicBezTo>
                  <a:cubicBezTo>
                    <a:pt x="2655212" y="200530"/>
                    <a:pt x="2580640" y="262662"/>
                    <a:pt x="2522806" y="296398"/>
                  </a:cubicBezTo>
                  <a:cubicBezTo>
                    <a:pt x="2464972" y="330134"/>
                    <a:pt x="2427198" y="388359"/>
                    <a:pt x="2378612" y="419881"/>
                  </a:cubicBezTo>
                  <a:cubicBezTo>
                    <a:pt x="2330026" y="451403"/>
                    <a:pt x="2289712" y="491912"/>
                    <a:pt x="2231292" y="485530"/>
                  </a:cubicBezTo>
                  <a:cubicBezTo>
                    <a:pt x="2172872" y="479148"/>
                    <a:pt x="2086707" y="424570"/>
                    <a:pt x="2028092" y="381586"/>
                  </a:cubicBezTo>
                  <a:lnTo>
                    <a:pt x="1828800" y="217463"/>
                  </a:lnTo>
                  <a:cubicBezTo>
                    <a:pt x="1762369" y="162755"/>
                    <a:pt x="1670538" y="194017"/>
                    <a:pt x="1594338" y="217463"/>
                  </a:cubicBezTo>
                  <a:lnTo>
                    <a:pt x="1371600" y="358140"/>
                  </a:lnTo>
                  <a:cubicBezTo>
                    <a:pt x="1297354" y="391355"/>
                    <a:pt x="1247465" y="436619"/>
                    <a:pt x="1179341" y="440201"/>
                  </a:cubicBezTo>
                  <a:cubicBezTo>
                    <a:pt x="1111217" y="443783"/>
                    <a:pt x="1035147" y="410894"/>
                    <a:pt x="962855" y="379632"/>
                  </a:cubicBezTo>
                  <a:cubicBezTo>
                    <a:pt x="880272" y="329483"/>
                    <a:pt x="806873" y="276078"/>
                    <a:pt x="715107" y="229186"/>
                  </a:cubicBezTo>
                  <a:cubicBezTo>
                    <a:pt x="623341" y="182294"/>
                    <a:pt x="541215" y="137355"/>
                    <a:pt x="412261" y="98278"/>
                  </a:cubicBezTo>
                  <a:lnTo>
                    <a:pt x="0" y="6447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2558486" y="4272852"/>
              <a:ext cx="1667918" cy="0"/>
            </a:xfrm>
            <a:prstGeom prst="line">
              <a:avLst/>
            </a:prstGeom>
            <a:grpFill/>
            <a:ln w="60325">
              <a:solidFill>
                <a:srgbClr val="459A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>
            <a:xfrm>
              <a:off x="1043354" y="3996977"/>
              <a:ext cx="3176954" cy="0"/>
            </a:xfrm>
            <a:prstGeom prst="line">
              <a:avLst/>
            </a:prstGeom>
            <a:grpFill/>
            <a:ln w="60325">
              <a:solidFill>
                <a:srgbClr val="459A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>
            <a:xfrm>
              <a:off x="1043354" y="3716215"/>
              <a:ext cx="3176954" cy="0"/>
            </a:xfrm>
            <a:prstGeom prst="line">
              <a:avLst/>
            </a:prstGeom>
            <a:grpFill/>
            <a:ln w="60325">
              <a:solidFill>
                <a:srgbClr val="459A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>
              <a:off x="3936985" y="3716215"/>
              <a:ext cx="5640769" cy="0"/>
            </a:xfrm>
            <a:prstGeom prst="line">
              <a:avLst/>
            </a:prstGeom>
            <a:grpFill/>
            <a:ln w="60325">
              <a:solidFill>
                <a:srgbClr val="459A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>
              <a:off x="8217877" y="3447263"/>
              <a:ext cx="1359877" cy="0"/>
            </a:xfrm>
            <a:prstGeom prst="line">
              <a:avLst/>
            </a:prstGeom>
            <a:grpFill/>
            <a:ln w="60325">
              <a:solidFill>
                <a:srgbClr val="459A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>
              <a:off x="8217877" y="3171507"/>
              <a:ext cx="2684585" cy="0"/>
            </a:xfrm>
            <a:prstGeom prst="line">
              <a:avLst/>
            </a:prstGeom>
            <a:grpFill/>
            <a:ln w="60325">
              <a:solidFill>
                <a:srgbClr val="459A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弧形 12"/>
            <p:cNvSpPr/>
            <p:nvPr/>
          </p:nvSpPr>
          <p:spPr>
            <a:xfrm>
              <a:off x="9413125" y="3444306"/>
              <a:ext cx="263769" cy="275440"/>
            </a:xfrm>
            <a:prstGeom prst="arc">
              <a:avLst>
                <a:gd name="adj1" fmla="val 16200000"/>
                <a:gd name="adj2" fmla="val 5292596"/>
              </a:avLst>
            </a:prstGeom>
            <a:grpFill/>
            <a:ln w="63500">
              <a:solidFill>
                <a:srgbClr val="459A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  <p:sp>
          <p:nvSpPr>
            <p:cNvPr id="14" name="弧形 13"/>
            <p:cNvSpPr/>
            <p:nvPr/>
          </p:nvSpPr>
          <p:spPr>
            <a:xfrm>
              <a:off x="4081544" y="3997848"/>
              <a:ext cx="263769" cy="275440"/>
            </a:xfrm>
            <a:prstGeom prst="arc">
              <a:avLst>
                <a:gd name="adj1" fmla="val 16200000"/>
                <a:gd name="adj2" fmla="val 5292596"/>
              </a:avLst>
            </a:prstGeom>
            <a:grpFill/>
            <a:ln w="63500">
              <a:solidFill>
                <a:srgbClr val="459A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  <p:sp>
          <p:nvSpPr>
            <p:cNvPr id="15" name="弧形 14"/>
            <p:cNvSpPr/>
            <p:nvPr/>
          </p:nvSpPr>
          <p:spPr>
            <a:xfrm flipH="1">
              <a:off x="936625" y="3717151"/>
              <a:ext cx="263769" cy="275440"/>
            </a:xfrm>
            <a:prstGeom prst="arc">
              <a:avLst>
                <a:gd name="adj1" fmla="val 16200000"/>
                <a:gd name="adj2" fmla="val 5292596"/>
              </a:avLst>
            </a:prstGeom>
            <a:grpFill/>
            <a:ln w="63500">
              <a:solidFill>
                <a:srgbClr val="459A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  <p:sp>
          <p:nvSpPr>
            <p:cNvPr id="18" name="弧形 17"/>
            <p:cNvSpPr/>
            <p:nvPr/>
          </p:nvSpPr>
          <p:spPr>
            <a:xfrm flipH="1">
              <a:off x="8113354" y="3169038"/>
              <a:ext cx="263769" cy="275440"/>
            </a:xfrm>
            <a:prstGeom prst="arc">
              <a:avLst>
                <a:gd name="adj1" fmla="val 16200000"/>
                <a:gd name="adj2" fmla="val 5292596"/>
              </a:avLst>
            </a:prstGeom>
            <a:grpFill/>
            <a:ln w="63500">
              <a:solidFill>
                <a:srgbClr val="459A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</p:grpSp>
      <p:pic>
        <p:nvPicPr>
          <p:cNvPr id="20" name="图片 19" descr="卡通人物&#10;&#10;中度可信度描述已自动生成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8150865" y="1387863"/>
            <a:ext cx="3692106" cy="3692106"/>
          </a:xfrm>
          <a:prstGeom prst="rect">
            <a:avLst/>
          </a:prstGeom>
        </p:spPr>
      </p:pic>
      <p:sp>
        <p:nvSpPr>
          <p:cNvPr id="46" name="文本框 45"/>
          <p:cNvSpPr txBox="1"/>
          <p:nvPr/>
        </p:nvSpPr>
        <p:spPr>
          <a:xfrm>
            <a:off x="1254143" y="1781822"/>
            <a:ext cx="6576682" cy="32981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ct val="130000"/>
              </a:lnSpc>
              <a:defRPr sz="1200">
                <a:solidFill>
                  <a:schemeClr val="tx1">
                    <a:lumMod val="65000"/>
                    <a:lumOff val="35000"/>
                    <a:alpha val="9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algn="l"/>
            <a:r>
              <a:rPr lang="zh-CN" altLang="en-US" sz="1800" dirty="0"/>
              <a:t>       探访福州古田会馆，我们深刻体会到清末古田五大商帮集资建馆的协作智慧，它集商务停宿、货物储运与同乡联谊于一体，见证了福州商贸繁荣。会馆主祀妈祖、门嵌“天后宫”石碑，让我们理解了海神信仰祈求平安、凝聚乡情、规范商道的精神内核，体现闽商“义利兼顾”传统。建筑中的戏台、谯楼等民国元素及多次修缮，展示了文物保护与当代生活的接轨</a:t>
            </a:r>
            <a:r>
              <a:rPr lang="en-US" altLang="zh-CN" sz="1800" dirty="0"/>
              <a:t>——</a:t>
            </a:r>
            <a:r>
              <a:rPr lang="zh-CN" altLang="en-US" sz="1800" dirty="0"/>
              <a:t>如今会馆融入廉洁诚信与家风文化，成为思想道德教育馆，</a:t>
            </a:r>
            <a:r>
              <a:rPr lang="en-US" altLang="zh-CN" sz="1800" dirty="0"/>
              <a:t>2026</a:t>
            </a:r>
            <a:r>
              <a:rPr lang="zh-CN" altLang="en-US" sz="1800" dirty="0"/>
              <a:t>年重新开放后传承家风家训。古田会馆是商贸史、信仰史与社会教化史的活态载体。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sym typeface="阿里巴巴普惠体" panose="00020600040101010101" pitchFamily="18" charset="-122"/>
            </a:endParaRPr>
          </a:p>
        </p:txBody>
      </p:sp>
      <p:sp>
        <p:nvSpPr>
          <p:cNvPr id="28" name="TextBox 4">
            <a:extLst>
              <a:ext uri="{FF2B5EF4-FFF2-40B4-BE49-F238E27FC236}">
                <a16:creationId xmlns:a16="http://schemas.microsoft.com/office/drawing/2014/main" id="{EB684C7E-20A7-9694-F2D4-694B922B40F4}"/>
              </a:ext>
            </a:extLst>
          </p:cNvPr>
          <p:cNvSpPr txBox="1"/>
          <p:nvPr/>
        </p:nvSpPr>
        <p:spPr>
          <a:xfrm>
            <a:off x="0" y="5"/>
            <a:ext cx="604867" cy="133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zh-CN" altLang="en-US" sz="133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33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33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33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 advClick="0" advTm="4000"/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Click="0" advTm="4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背景图案&#10;&#10;描述已自动生成"/>
          <p:cNvPicPr>
            <a:picLocks noChangeAspect="1"/>
          </p:cNvPicPr>
          <p:nvPr/>
        </p:nvPicPr>
        <p:blipFill>
          <a:blip r:embed="rId2" cstate="email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2" name="图片 11" descr="背景图案&#10;&#10;中度可信度描述已自动生成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9342"/>
            <a:ext cx="12192000" cy="6839316"/>
          </a:xfrm>
          <a:custGeom>
            <a:avLst/>
            <a:gdLst>
              <a:gd name="connsiteX0" fmla="*/ 0 w 12192000"/>
              <a:gd name="connsiteY0" fmla="*/ 0 h 6839316"/>
              <a:gd name="connsiteX1" fmla="*/ 12192000 w 12192000"/>
              <a:gd name="connsiteY1" fmla="*/ 0 h 6839316"/>
              <a:gd name="connsiteX2" fmla="*/ 12192000 w 12192000"/>
              <a:gd name="connsiteY2" fmla="*/ 6839316 h 6839316"/>
              <a:gd name="connsiteX3" fmla="*/ 0 w 12192000"/>
              <a:gd name="connsiteY3" fmla="*/ 6839316 h 6839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39316">
                <a:moveTo>
                  <a:pt x="0" y="0"/>
                </a:moveTo>
                <a:lnTo>
                  <a:pt x="12192000" y="0"/>
                </a:lnTo>
                <a:lnTo>
                  <a:pt x="12192000" y="6839316"/>
                </a:lnTo>
                <a:lnTo>
                  <a:pt x="0" y="6839316"/>
                </a:lnTo>
                <a:close/>
              </a:path>
            </a:pathLst>
          </a:custGeom>
        </p:spPr>
      </p:pic>
      <p:pic>
        <p:nvPicPr>
          <p:cNvPr id="8" name="图片 7" descr="卡通人物&#10;&#10;描述已自动生成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-100553" y="2868972"/>
            <a:ext cx="5334290" cy="4000718"/>
          </a:xfrm>
          <a:prstGeom prst="rect">
            <a:avLst/>
          </a:prstGeom>
        </p:spPr>
      </p:pic>
      <p:sp>
        <p:nvSpPr>
          <p:cNvPr id="32" name="椭圆 31"/>
          <p:cNvSpPr/>
          <p:nvPr/>
        </p:nvSpPr>
        <p:spPr>
          <a:xfrm>
            <a:off x="2280414" y="-518401"/>
            <a:ext cx="7707651" cy="6963532"/>
          </a:xfrm>
          <a:prstGeom prst="ellipse">
            <a:avLst/>
          </a:prstGeom>
          <a:gradFill flip="none" rotWithShape="1">
            <a:gsLst>
              <a:gs pos="16000">
                <a:schemeClr val="bg1"/>
              </a:gs>
              <a:gs pos="38000">
                <a:schemeClr val="bg1">
                  <a:alpha val="76000"/>
                </a:schemeClr>
              </a:gs>
              <a:gs pos="72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阿里巴巴普惠体" panose="00020600040101010101" pitchFamily="18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369383" y="676506"/>
            <a:ext cx="3438050" cy="4563607"/>
            <a:chOff x="4275599" y="699952"/>
            <a:chExt cx="3438050" cy="4563607"/>
          </a:xfrm>
        </p:grpSpPr>
        <p:grpSp>
          <p:nvGrpSpPr>
            <p:cNvPr id="17" name="组合 16"/>
            <p:cNvGrpSpPr/>
            <p:nvPr/>
          </p:nvGrpSpPr>
          <p:grpSpPr>
            <a:xfrm>
              <a:off x="4275599" y="699952"/>
              <a:ext cx="3438050" cy="4563607"/>
              <a:chOff x="4390738" y="63942"/>
              <a:chExt cx="3424095" cy="3882609"/>
            </a:xfrm>
          </p:grpSpPr>
          <p:sp>
            <p:nvSpPr>
              <p:cNvPr id="13" name="文本框 12"/>
              <p:cNvSpPr txBox="1"/>
              <p:nvPr/>
            </p:nvSpPr>
            <p:spPr>
              <a:xfrm>
                <a:off x="4390738" y="63942"/>
                <a:ext cx="1992923" cy="17151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12500" dirty="0">
                    <a:ln w="0"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华文行楷" panose="02010800040101010101" pitchFamily="2" charset="-122"/>
                    <a:ea typeface="华文行楷" panose="02010800040101010101" pitchFamily="2" charset="-122"/>
                  </a:rPr>
                  <a:t>感</a:t>
                </a:r>
                <a:endParaRPr kumimoji="0" lang="zh-CN" altLang="en-US" sz="12500" b="0" i="0" u="none" strike="noStrike" kern="1200" cap="none" spc="0" normalizeH="0" baseline="0" noProof="0" dirty="0">
                  <a:ln w="0"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华文行楷" panose="02010800040101010101" pitchFamily="2" charset="-122"/>
                  <a:ea typeface="华文行楷" panose="02010800040101010101" pitchFamily="2" charset="-122"/>
                </a:endParaRPr>
              </a:p>
            </p:txBody>
          </p:sp>
          <p:sp>
            <p:nvSpPr>
              <p:cNvPr id="14" name="文本框 13"/>
              <p:cNvSpPr txBox="1"/>
              <p:nvPr/>
            </p:nvSpPr>
            <p:spPr>
              <a:xfrm>
                <a:off x="5821910" y="818705"/>
                <a:ext cx="1992923" cy="17151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500" b="0" i="0" u="none" strike="noStrike" kern="1200" cap="none" spc="0" normalizeH="0" baseline="0" noProof="0" dirty="0">
                    <a:ln w="0"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华文行楷" panose="02010800040101010101" pitchFamily="2" charset="-122"/>
                    <a:ea typeface="华文行楷" panose="02010800040101010101" pitchFamily="2" charset="-122"/>
                  </a:rPr>
                  <a:t>谢</a:t>
                </a:r>
              </a:p>
            </p:txBody>
          </p:sp>
          <p:sp>
            <p:nvSpPr>
              <p:cNvPr id="15" name="文本框 14"/>
              <p:cNvSpPr txBox="1"/>
              <p:nvPr/>
            </p:nvSpPr>
            <p:spPr>
              <a:xfrm>
                <a:off x="4418912" y="1602853"/>
                <a:ext cx="1992923" cy="17151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12500" dirty="0">
                    <a:ln w="0"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华文行楷" panose="02010800040101010101" pitchFamily="2" charset="-122"/>
                    <a:ea typeface="华文行楷" panose="02010800040101010101" pitchFamily="2" charset="-122"/>
                  </a:rPr>
                  <a:t>观</a:t>
                </a:r>
                <a:endParaRPr kumimoji="0" lang="zh-CN" altLang="en-US" sz="12500" b="0" i="0" u="none" strike="noStrike" kern="1200" cap="none" spc="0" normalizeH="0" baseline="0" noProof="0" dirty="0">
                  <a:ln w="0"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华文行楷" panose="02010800040101010101" pitchFamily="2" charset="-122"/>
                  <a:ea typeface="华文行楷" panose="02010800040101010101" pitchFamily="2" charset="-122"/>
                </a:endParaRPr>
              </a:p>
            </p:txBody>
          </p:sp>
          <p:sp>
            <p:nvSpPr>
              <p:cNvPr id="16" name="文本框 15"/>
              <p:cNvSpPr txBox="1"/>
              <p:nvPr/>
            </p:nvSpPr>
            <p:spPr>
              <a:xfrm>
                <a:off x="5786659" y="2231440"/>
                <a:ext cx="1992923" cy="17151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12500" dirty="0">
                    <a:ln w="0"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华文行楷" panose="02010800040101010101" pitchFamily="2" charset="-122"/>
                    <a:ea typeface="华文行楷" panose="02010800040101010101" pitchFamily="2" charset="-122"/>
                  </a:rPr>
                  <a:t>看</a:t>
                </a:r>
                <a:endParaRPr kumimoji="0" lang="zh-CN" altLang="en-US" sz="12500" b="0" i="0" u="none" strike="noStrike" kern="1200" cap="none" spc="0" normalizeH="0" baseline="0" noProof="0" dirty="0">
                  <a:ln w="0"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华文行楷" panose="02010800040101010101" pitchFamily="2" charset="-122"/>
                  <a:ea typeface="华文行楷" panose="02010800040101010101" pitchFamily="2" charset="-122"/>
                </a:endParaRPr>
              </a:p>
            </p:txBody>
          </p:sp>
        </p:grpSp>
        <p:pic>
          <p:nvPicPr>
            <p:cNvPr id="26" name="图片 25" descr="图片包含 黑暗, 看着, 蛋糕, 游戏机&#10;&#10;描述已自动生成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960926" y="3262494"/>
              <a:ext cx="512174" cy="512174"/>
            </a:xfrm>
            <a:prstGeom prst="rect">
              <a:avLst/>
            </a:prstGeom>
          </p:spPr>
        </p:pic>
      </p:grpSp>
      <p:pic>
        <p:nvPicPr>
          <p:cNvPr id="31" name="图片 30" descr="卡通人物&#10;&#10;中度可信度描述已自动生成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>
            <a:off x="9495692" y="6452"/>
            <a:ext cx="2719122" cy="2698621"/>
          </a:xfrm>
          <a:custGeom>
            <a:avLst/>
            <a:gdLst>
              <a:gd name="connsiteX0" fmla="*/ 7235628 w 7235628"/>
              <a:gd name="connsiteY0" fmla="*/ 0 h 2698621"/>
              <a:gd name="connsiteX1" fmla="*/ 0 w 7235628"/>
              <a:gd name="connsiteY1" fmla="*/ 0 h 2698621"/>
              <a:gd name="connsiteX2" fmla="*/ 0 w 7235628"/>
              <a:gd name="connsiteY2" fmla="*/ 2698621 h 2698621"/>
              <a:gd name="connsiteX3" fmla="*/ 7235628 w 7235628"/>
              <a:gd name="connsiteY3" fmla="*/ 2698621 h 2698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35628" h="2698621">
                <a:moveTo>
                  <a:pt x="7235628" y="0"/>
                </a:moveTo>
                <a:lnTo>
                  <a:pt x="0" y="0"/>
                </a:lnTo>
                <a:lnTo>
                  <a:pt x="0" y="2698621"/>
                </a:lnTo>
                <a:lnTo>
                  <a:pt x="7235628" y="2698621"/>
                </a:lnTo>
                <a:close/>
              </a:path>
            </a:pathLst>
          </a:cu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E455863B-5741-B1E2-4879-B9D7B64EFD56}"/>
              </a:ext>
            </a:extLst>
          </p:cNvPr>
          <p:cNvSpPr txBox="1"/>
          <p:nvPr/>
        </p:nvSpPr>
        <p:spPr>
          <a:xfrm>
            <a:off x="6096000" y="1470410"/>
            <a:ext cx="1209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77E85"/>
                </a:solidFill>
                <a:effectLst/>
                <a:uLnTx/>
                <a:uFillTx/>
                <a:latin typeface="Mistral" panose="03090702030407020403" pitchFamily="66" charset="0"/>
                <a:ea typeface="微软雅黑" panose="020B0503020204020204" pitchFamily="34" charset="-122"/>
                <a:cs typeface="阿里巴巴普惠体" panose="00020600040101010101" pitchFamily="18" charset="-122"/>
                <a:sym typeface="阿里巴巴普惠体" panose="00020600040101010101" pitchFamily="18" charset="-122"/>
              </a:rPr>
              <a:t>FUZHOU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277E85"/>
              </a:solidFill>
              <a:effectLst/>
              <a:uLnTx/>
              <a:uFillTx/>
              <a:latin typeface="Mistral" panose="03090702030407020403" pitchFamily="66" charset="0"/>
              <a:ea typeface="微软雅黑" panose="020B0503020204020204" pitchFamily="34" charset="-122"/>
              <a:cs typeface="阿里巴巴普惠体" panose="00020600040101010101" pitchFamily="18" charset="-122"/>
              <a:sym typeface="阿里巴巴普惠体" panose="00020600040101010101" pitchFamily="18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DAA3C31-735A-DC60-2159-7F9CDE29F853}"/>
              </a:ext>
            </a:extLst>
          </p:cNvPr>
          <p:cNvSpPr txBox="1"/>
          <p:nvPr/>
        </p:nvSpPr>
        <p:spPr>
          <a:xfrm>
            <a:off x="4491975" y="4317388"/>
            <a:ext cx="16165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77E85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  <a:sym typeface="阿里巴巴普惠体" panose="00020600040101010101" pitchFamily="18" charset="-122"/>
              </a:rPr>
              <a:t>见证商贸兴盛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5B8016B-5108-34CE-1023-4F4DF5E1E649}"/>
              </a:ext>
            </a:extLst>
          </p:cNvPr>
          <p:cNvSpPr txBox="1"/>
          <p:nvPr/>
        </p:nvSpPr>
        <p:spPr>
          <a:xfrm>
            <a:off x="4609130" y="4880412"/>
            <a:ext cx="26491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阿里巴巴普惠体" panose="00020600040101010101" pitchFamily="18" charset="-122"/>
                <a:sym typeface="阿里巴巴普惠体" panose="00020600040101010101" pitchFamily="18" charset="-122"/>
              </a:rPr>
              <a:t>第二小组劳动教育实践汇报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 advClick="0" advTm="4000"/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Click="0" advTm="4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9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2.9200.0"/>
  <p:tag name="AS_RELEASE_DATE" val="2022.11.14"/>
  <p:tag name="AS_TITLE" val="Aspose.Slides for .NET 4.0 Client Profile"/>
  <p:tag name="AS_VERSION" val="22.11"/>
  <p:tag name="COMMONDATA" val="eyJoZGlkIjoiYjVjMzNjYTcyYTMzNjk1NDE1YjZlNDgwMzZhOGI4NDQifQ=="/>
  <p:tag name="KSO_WPP_MARK_KEY" val="070431f2-e8ef-49c7-820d-d36dc9e977d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微软雅黑"/>
        <a:cs typeface="Arial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微软雅黑"/>
        <a:cs typeface="Arial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第一PPT，www.1ppt.com 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D2BBB234CF2684CB006434082727453" ma:contentTypeVersion="3" ma:contentTypeDescription="Create a new document." ma:contentTypeScope="" ma:versionID="eb6e7dcb1f240f43ee463da5d0086498">
  <xsd:schema xmlns:xsd="http://www.w3.org/2001/XMLSchema" xmlns:xs="http://www.w3.org/2001/XMLSchema" xmlns:p="http://schemas.microsoft.com/office/2006/metadata/properties" xmlns:ns3="cbba691c-d26e-4676-bc25-d829d2b943fc" targetNamespace="http://schemas.microsoft.com/office/2006/metadata/properties" ma:root="true" ma:fieldsID="d4ebfeedfcd05980817aeb940189c8d6" ns3:_="">
    <xsd:import namespace="cbba691c-d26e-4676-bc25-d829d2b943f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bba691c-d26e-4676-bc25-d829d2b943f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4275F82-338F-4CF5-8C9C-87D29E13C651}">
  <ds:schemaRefs/>
</ds:datastoreItem>
</file>

<file path=customXml/itemProps2.xml><?xml version="1.0" encoding="utf-8"?>
<ds:datastoreItem xmlns:ds="http://schemas.openxmlformats.org/officeDocument/2006/customXml" ds:itemID="{A0569A2C-051A-4986-92CC-5421CCCBCE5F}">
  <ds:schemaRefs/>
</ds:datastoreItem>
</file>

<file path=customXml/itemProps3.xml><?xml version="1.0" encoding="utf-8"?>
<ds:datastoreItem xmlns:ds="http://schemas.openxmlformats.org/officeDocument/2006/customXml" ds:itemID="{2EDDA0AA-B139-49CD-815A-E378D997B2CF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1331</Words>
  <Application>Microsoft Office PowerPoint</Application>
  <PresentationFormat>宽屏</PresentationFormat>
  <Paragraphs>78</Paragraphs>
  <Slides>19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29" baseType="lpstr">
      <vt:lpstr>仿宋</vt:lpstr>
      <vt:lpstr>华文楷体</vt:lpstr>
      <vt:lpstr>华文行楷</vt:lpstr>
      <vt:lpstr>思源宋体 CN Heavy</vt:lpstr>
      <vt:lpstr>微软雅黑</vt:lpstr>
      <vt:lpstr>Arial</vt:lpstr>
      <vt:lpstr>Calibri</vt:lpstr>
      <vt:lpstr>Mistral</vt:lpstr>
      <vt:lpstr>第一PPT，www.1ppt.com</vt:lpstr>
      <vt:lpstr>第一PPT，www.1ppt.com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古田会馆</dc:title>
  <dc:creator>Wsoaey</dc:creator>
  <cp:lastModifiedBy>华泰 蔡</cp:lastModifiedBy>
  <cp:revision>2</cp:revision>
  <dcterms:created xsi:type="dcterms:W3CDTF">2023-05-31T13:12:00Z</dcterms:created>
  <dcterms:modified xsi:type="dcterms:W3CDTF">2026-06-23T03:54:50Z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F9227899C0A04AD692FA6FE8503D8962_12</vt:lpwstr>
  </property>
  <property fmtid="{D5CDD505-2E9C-101B-9397-08002B2CF9AE}" pid="3" name="KSOProductBuildVer">
    <vt:lpwstr>2052-12.1.0.25225</vt:lpwstr>
  </property>
</Properties>
</file>